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3.svg" ContentType="image/svg+xml"/>
  <Override PartName="/ppt/media/image3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36"/>
  </p:notesMasterIdLst>
  <p:handoutMasterIdLst>
    <p:handoutMasterId r:id="rId37"/>
  </p:handoutMasterIdLst>
  <p:sldIdLst>
    <p:sldId id="12608" r:id="rId3"/>
    <p:sldId id="12609" r:id="rId2"/>
    <p:sldId id="12610" r:id="rId1"/>
    <p:sldId id="12611" r:id="rId43"/>
    <p:sldId id="12612" r:id="rId44"/>
    <p:sldId id="12613" r:id="rId45"/>
    <p:sldId id="12614" r:id="rId46"/>
    <p:sldId id="12615" r:id="rId47"/>
    <p:sldId id="12616" r:id="rId48"/>
    <p:sldId id="12617" r:id="rId49"/>
    <p:sldId id="12618" r:id="rId50"/>
    <p:sldId id="12619" r:id="rId51"/>
    <p:sldId id="12620" r:id="rId52"/>
    <p:sldId id="12621" r:id="rId53"/>
    <p:sldId id="12622" r:id="rId54"/>
    <p:sldId id="12623" r:id="rId55"/>
    <p:sldId id="12624" r:id="rId56"/>
    <p:sldId id="12625" r:id="rId57"/>
    <p:sldId id="12626" r:id="rId58"/>
    <p:sldId id="12627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D04B840A-0E96-7F44-9929-51F5A4323932}">
          <p14:sldIdLst>
            <p14:sldId id="12583"/>
            <p14:sldId id="12584"/>
            <p14:sldId id="12585"/>
            <p14:sldId id="12586"/>
            <p14:sldId id="12587"/>
          </p14:sldIdLst>
        </p14:section>
        <p14:section name="Divider Slides" id="{9C8287C5-0EC1-D94F-864F-7723A1F12904}">
          <p14:sldIdLst>
            <p14:sldId id="12588"/>
            <p14:sldId id="12589"/>
            <p14:sldId id="12590"/>
            <p14:sldId id="12591"/>
            <p14:sldId id="12592"/>
            <p14:sldId id="12594"/>
            <p14:sldId id="12593"/>
          </p14:sldIdLst>
        </p14:section>
        <p14:section name="Detail Slides For building material" id="{7358DDDC-F062-1649-A20D-2B5F6C5A94AB}">
          <p14:sldIdLst>
            <p14:sldId id="12582"/>
            <p14:sldId id="12595"/>
            <p14:sldId id="12598"/>
            <p14:sldId id="12597"/>
            <p14:sldId id="12596"/>
            <p14:sldId id="12424"/>
            <p14:sldId id="12579"/>
            <p14:sldId id="12600"/>
            <p14:sldId id="12599"/>
            <p14:sldId id="12602"/>
            <p14:sldId id="12601"/>
            <p14:sldId id="12603"/>
            <p14:sldId id="12604"/>
            <p14:sldId id="12580"/>
            <p14:sldId id="12423"/>
          </p14:sldIdLst>
        </p14:section>
        <p14:section name="Close" id="{BD988E6F-01C6-E54C-A9FC-34A365FF0778}">
          <p14:sldIdLst>
            <p14:sldId id="12578"/>
            <p14:sldId id="12607"/>
            <p14:sldId id="12605"/>
            <p14:sldId id="1260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p1510="http://schemas.microsoft.com/office/powerpoint/2015/10/main">
  <p1510:revLst>
    <p1510:client id="{0E5C6E08-252E-7032-6192-6CD7E745F46F}" v="7" dt="2026-05-15T14:47:13.223"/>
    <p1510:client id="{3E856F90-1021-3ABA-BCA9-4BE6A715F4E0}" v="1" dt="2026-05-15T15:17:59.990"/>
    <p1510:client id="{53466A43-A782-5473-D3DA-0C08C35A252D}" v="10" dt="2026-05-13T19:39:00.859"/>
    <p1510:client id="{75CB4A1B-C247-20F2-65DA-4233AF4C0391}" v="226" dt="2026-05-13T19:20:25.957"/>
    <p1510:client id="{BFA6D7C1-0035-6172-343B-CFB02F77D661}" v="1" dt="2026-05-13T19:27:54.291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34.xml"/><Relationship Id="rId2" Type="http://schemas.openxmlformats.org/officeDocument/2006/relationships/slide" Target="slides/slide33.xml"/><Relationship Id="rId3" Type="http://schemas.openxmlformats.org/officeDocument/2006/relationships/slide" Target="slides/slide32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5/10/relationships/revisionInfo" Target="revisionInfo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E69876-2BB9-4C13-BC90-4C5170103F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1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70B54-AA6F-4069-B867-90F5B6AD44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1E737-F236-4BB9-8646-7AEE0862CFC7}" type="datetimeFigureOut">
              <a:rPr lang="en-US" sz="800" smtClean="0"/>
              <a:t>5/15/26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0FA07-EA8A-4489-8329-C7D5E5CFC2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3906-4325-49A4-B35E-55495D37A9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E7397-DCD0-411E-96FF-56C058BB3580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55333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00" b="1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D8DC90B5-2E03-4135-B528-1241C30C095B}" type="datetimeFigureOut">
              <a:rPr lang="en-US" smtClean="0"/>
              <a:pPr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B47F534D-C1C8-4AA5-88B2-A9405FF008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20000"/>
      </a:lnSpc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7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Relationship Id="rId3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5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Relationship Id="rId3" Type="http://schemas.openxmlformats.org/officeDocument/2006/relationships/image" Target="../media/image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22.png"/><Relationship Id="rId4" Type="http://schemas.openxmlformats.org/officeDocument/2006/relationships/image" Target="../media/image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2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Relationship Id="rId3" Type="http://schemas.openxmlformats.org/officeDocument/2006/relationships/image" Target="../media/image5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Relationship Id="rId3" Type="http://schemas.openxmlformats.org/officeDocument/2006/relationships/image" Target="../media/image5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jpeg"/><Relationship Id="rId4" Type="http://schemas.openxmlformats.org/officeDocument/2006/relationships/image" Target="../media/image5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jpeg"/><Relationship Id="rId4" Type="http://schemas.openxmlformats.org/officeDocument/2006/relationships/image" Target="../media/image5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Relationship Id="rId3" Type="http://schemas.openxmlformats.org/officeDocument/2006/relationships/image" Target="../media/image5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: Uniting the be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3">
            <a:extLst>
              <a:ext uri="{FF2B5EF4-FFF2-40B4-BE49-F238E27FC236}">
                <a16:creationId xmlns:a16="http://schemas.microsoft.com/office/drawing/2014/main" id="{13514709-A2FE-793A-78DA-44A9F26AD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38" t="12845" r="9191" b="33585"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9CA797-50D7-14D3-E79E-E6D9B45942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ABB273F-E459-53BB-9750-E3900CA0BFC2}"/>
              </a:ext>
            </a:extLst>
          </p:cNvPr>
          <p:cNvSpPr/>
          <p:nvPr userDrawn="1"/>
        </p:nvSpPr>
        <p:spPr>
          <a:xfrm flipH="1">
            <a:off x="7823199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7137395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0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7137394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343B12-6210-9D11-1B25-9E0CCFE5A4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914165" cy="311285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BC0EA55-1E21-E427-5A4C-3D1CBD421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940347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: Uniting the bes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0A4CDB56-C095-FA07-6C64-599573179F90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06" t="15765" r="8765" b="33770"/>
          <a:stretch/>
        </p:blipFill>
        <p:spPr>
          <a:xfrm>
            <a:off x="0" y="460866"/>
            <a:ext cx="12192000" cy="63971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F48BC9-B7B1-145C-4267-B2A90A6756C1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85000">
                <a:schemeClr val="bg1">
                  <a:alpha val="0"/>
                </a:schemeClr>
              </a:gs>
              <a:gs pos="5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FEF07677-A933-2541-BBA0-2AD9B24DDA17}"/>
              </a:ext>
            </a:extLst>
          </p:cNvPr>
          <p:cNvSpPr/>
          <p:nvPr userDrawn="1"/>
        </p:nvSpPr>
        <p:spPr>
          <a:xfrm flipH="1">
            <a:off x="7823199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/>
              </a:gs>
              <a:gs pos="50000">
                <a:schemeClr val="accent2"/>
              </a:gs>
              <a:gs pos="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7137397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1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7137396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C8775-29F4-6717-2953-4FB4852314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0ADDA36-EF2C-2F07-20E0-E65623BA5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685801" y="685801"/>
            <a:ext cx="914049" cy="31128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5CFF5D-6B0C-4809-F178-63E4BC3F12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455" t="17539" r="8765" b="33770"/>
          <a:stretch/>
        </p:blipFill>
        <p:spPr>
          <a:xfrm>
            <a:off x="7823200" y="685800"/>
            <a:ext cx="4368797" cy="6172200"/>
          </a:xfrm>
          <a:custGeom>
            <a:avLst/>
            <a:gdLst>
              <a:gd name="connsiteX0" fmla="*/ 4368797 w 4368797"/>
              <a:gd name="connsiteY0" fmla="*/ 0 h 6172200"/>
              <a:gd name="connsiteX1" fmla="*/ 4368797 w 4368797"/>
              <a:gd name="connsiteY1" fmla="*/ 6172200 h 6172200"/>
              <a:gd name="connsiteX2" fmla="*/ 0 w 4368797"/>
              <a:gd name="connsiteY2" fmla="*/ 617220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8797" h="6172200">
                <a:moveTo>
                  <a:pt x="4368797" y="0"/>
                </a:moveTo>
                <a:lnTo>
                  <a:pt x="4368797" y="6172200"/>
                </a:lnTo>
                <a:lnTo>
                  <a:pt x="0" y="6172200"/>
                </a:lnTo>
                <a:close/>
              </a:path>
            </a:pathLst>
          </a:cu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A4882EA9-416A-EA17-C2F8-81EE1DA94827}"/>
              </a:ext>
            </a:extLst>
          </p:cNvPr>
          <p:cNvSpPr/>
          <p:nvPr userDrawn="1"/>
        </p:nvSpPr>
        <p:spPr>
          <a:xfrm flipH="1">
            <a:off x="7830287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>
                  <a:alpha val="75000"/>
                </a:schemeClr>
              </a:gs>
              <a:gs pos="50000">
                <a:schemeClr val="accent2">
                  <a:alpha val="80000"/>
                </a:schemeClr>
              </a:gs>
              <a:gs pos="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30813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3">
            <a:extLst>
              <a:ext uri="{FF2B5EF4-FFF2-40B4-BE49-F238E27FC236}">
                <a16:creationId xmlns:a16="http://schemas.microsoft.com/office/drawing/2014/main" id="{A137346A-0FF5-DFFA-5302-0ACAECF42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38" t="12845" r="9191" b="33585"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2570154-8314-8967-9BE5-54C602AEDEA7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75000">
                <a:schemeClr val="bg2">
                  <a:alpha val="0"/>
                </a:schemeClr>
              </a:gs>
              <a:gs pos="50000">
                <a:schemeClr val="bg2"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7A4F3B-5C65-551C-D54B-4F57E3A26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0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F01605-B89B-47AB-453E-C4AA2A3EF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914165" cy="311285"/>
          </a:xfrm>
          <a:prstGeom prst="rect">
            <a:avLst/>
          </a:prstGeom>
        </p:spPr>
      </p:pic>
      <p:pic>
        <p:nvPicPr>
          <p:cNvPr id="9" name="Picture Placeholder 12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8096798C-F72A-8C71-14B2-B045BF52FC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2163" y="685800"/>
            <a:ext cx="5049837" cy="5484813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B427-448F-BA21-7E13-1E60A5633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101798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E6B098A9-0C15-583E-7DCE-18DC84E85EF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06" t="15765" r="8765" b="33770"/>
          <a:stretch/>
        </p:blipFill>
        <p:spPr>
          <a:xfrm>
            <a:off x="0" y="460866"/>
            <a:ext cx="12192000" cy="63971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52666-D8CD-5B81-A03B-4BEAA9CED0B8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85000">
                <a:schemeClr val="bg1">
                  <a:alpha val="0"/>
                </a:schemeClr>
              </a:gs>
              <a:gs pos="5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1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0D0F3E0-F259-9D1B-5766-F619C1E0F8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685801" y="685801"/>
            <a:ext cx="914049" cy="311285"/>
          </a:xfrm>
          <a:prstGeom prst="rect">
            <a:avLst/>
          </a:prstGeom>
        </p:spPr>
      </p:pic>
      <p:pic>
        <p:nvPicPr>
          <p:cNvPr id="6" name="Picture Placeholder 7" descr="A group of people in a meeting&#10;&#10;Description automatically generated">
            <a:extLst>
              <a:ext uri="{FF2B5EF4-FFF2-40B4-BE49-F238E27FC236}">
                <a16:creationId xmlns:a16="http://schemas.microsoft.com/office/drawing/2014/main" id="{FEAB018F-588F-723E-5B72-60745D66B5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2479" y="685800"/>
            <a:ext cx="5049521" cy="5484735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E8FDAA7-DE83-08FB-BAD6-9F1028C5DF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114876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3">
            <a:extLst>
              <a:ext uri="{FF2B5EF4-FFF2-40B4-BE49-F238E27FC236}">
                <a16:creationId xmlns:a16="http://schemas.microsoft.com/office/drawing/2014/main" id="{A137346A-0FF5-DFFA-5302-0ACAECF42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38" t="12845" r="9191" b="33585"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2570154-8314-8967-9BE5-54C602AEDEA7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75000">
                <a:schemeClr val="bg2">
                  <a:alpha val="0"/>
                </a:schemeClr>
              </a:gs>
              <a:gs pos="50000">
                <a:schemeClr val="bg2"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7A4F3B-5C65-551C-D54B-4F57E3A26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0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80ADCF-035D-E96D-C3D3-C4E58CEC23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2480" y="685800"/>
            <a:ext cx="5049521" cy="5484735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F01605-B89B-47AB-453E-C4AA2A3EF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914165" cy="311285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CF3D89-F97D-8DA8-3EF5-11B377A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4812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ustom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E6B098A9-0C15-583E-7DCE-18DC84E85EF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406" t="15765" r="8765" b="33770"/>
          <a:stretch/>
        </p:blipFill>
        <p:spPr>
          <a:xfrm>
            <a:off x="0" y="460866"/>
            <a:ext cx="12192000" cy="63971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52666-D8CD-5B81-A03B-4BEAA9CED0B8}"/>
              </a:ext>
            </a:extLst>
          </p:cNvPr>
          <p:cNvSpPr/>
          <p:nvPr userDrawn="1"/>
        </p:nvSpPr>
        <p:spPr>
          <a:xfrm>
            <a:off x="2" y="0"/>
            <a:ext cx="12191996" cy="6858000"/>
          </a:xfrm>
          <a:prstGeom prst="rect">
            <a:avLst/>
          </a:prstGeom>
          <a:gradFill flip="none" rotWithShape="1">
            <a:gsLst>
              <a:gs pos="85000">
                <a:schemeClr val="bg1">
                  <a:alpha val="0"/>
                </a:schemeClr>
              </a:gs>
              <a:gs pos="5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F16EA-CA04-2F43-BDB7-DA194BAB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057400"/>
            <a:ext cx="5524501" cy="27432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5400" b="1" i="0" spc="-150" baseline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7CEE-46E2-5E4C-BC09-E1190EF95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4800600"/>
            <a:ext cx="55245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A990D5-5240-84BE-E7C8-6A3309A069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2480" y="685800"/>
            <a:ext cx="5049521" cy="5484735"/>
          </a:xfrm>
          <a:custGeom>
            <a:avLst/>
            <a:gdLst>
              <a:gd name="connsiteX0" fmla="*/ 279359 w 5049521"/>
              <a:gd name="connsiteY0" fmla="*/ 0 h 5484735"/>
              <a:gd name="connsiteX1" fmla="*/ 5016541 w 5049521"/>
              <a:gd name="connsiteY1" fmla="*/ 0 h 5484735"/>
              <a:gd name="connsiteX2" fmla="*/ 5049521 w 5049521"/>
              <a:gd name="connsiteY2" fmla="*/ 3325 h 5484735"/>
              <a:gd name="connsiteX3" fmla="*/ 5049521 w 5049521"/>
              <a:gd name="connsiteY3" fmla="*/ 5481411 h 5484735"/>
              <a:gd name="connsiteX4" fmla="*/ 5016541 w 5049521"/>
              <a:gd name="connsiteY4" fmla="*/ 5484735 h 5484735"/>
              <a:gd name="connsiteX5" fmla="*/ 279359 w 5049521"/>
              <a:gd name="connsiteY5" fmla="*/ 5484735 h 5484735"/>
              <a:gd name="connsiteX6" fmla="*/ 0 w 5049521"/>
              <a:gd name="connsiteY6" fmla="*/ 5205376 h 5484735"/>
              <a:gd name="connsiteX7" fmla="*/ 0 w 5049521"/>
              <a:gd name="connsiteY7" fmla="*/ 279359 h 5484735"/>
              <a:gd name="connsiteX8" fmla="*/ 279359 w 5049521"/>
              <a:gd name="connsiteY8" fmla="*/ 0 h 548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1" h="5484735">
                <a:moveTo>
                  <a:pt x="279359" y="0"/>
                </a:moveTo>
                <a:lnTo>
                  <a:pt x="5016541" y="0"/>
                </a:lnTo>
                <a:lnTo>
                  <a:pt x="5049521" y="3325"/>
                </a:lnTo>
                <a:lnTo>
                  <a:pt x="5049521" y="5481411"/>
                </a:lnTo>
                <a:lnTo>
                  <a:pt x="5016541" y="5484735"/>
                </a:lnTo>
                <a:lnTo>
                  <a:pt x="279359" y="5484735"/>
                </a:lnTo>
                <a:cubicBezTo>
                  <a:pt x="125073" y="5484735"/>
                  <a:pt x="0" y="5359662"/>
                  <a:pt x="0" y="5205376"/>
                </a:cubicBezTo>
                <a:lnTo>
                  <a:pt x="0" y="279359"/>
                </a:lnTo>
                <a:cubicBezTo>
                  <a:pt x="0" y="125073"/>
                  <a:pt x="125073" y="0"/>
                  <a:pt x="2793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0D0F3E0-F259-9D1B-5766-F619C1E0F8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685801" y="685801"/>
            <a:ext cx="914049" cy="311285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B1449A1-2F46-68DD-5CA2-075A20C04B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716571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 Chevr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4760CE4F-8BE0-2150-04D0-04AAE8A697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2054EE-1F17-EE45-5671-1A32B9B5E8AC}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3503102 w 12188952"/>
              <a:gd name="connsiteY3" fmla="*/ 6858000 h 6858000"/>
              <a:gd name="connsiteX4" fmla="*/ 9572157 w 12188952"/>
              <a:gd name="connsiteY4" fmla="*/ 1 h 6858000"/>
              <a:gd name="connsiteX5" fmla="*/ 0 w 12188952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3503102" y="6858000"/>
                </a:lnTo>
                <a:lnTo>
                  <a:pt x="9572157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2688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4508941-879B-B631-2803-23D38439A2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772"/>
            <a:ext cx="3454400" cy="566928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A7743-0B72-58F1-3EF9-0D79654C1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714DD176-B442-5DFC-283A-515ABD30B90C}"/>
              </a:ext>
            </a:extLst>
          </p:cNvPr>
          <p:cNvSpPr/>
          <p:nvPr userDrawn="1"/>
        </p:nvSpPr>
        <p:spPr>
          <a:xfrm>
            <a:off x="0" y="685800"/>
            <a:ext cx="4368797" cy="6172200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13CABEB-CC8D-B6E3-B382-08943C7771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777" y="685801"/>
            <a:ext cx="59822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8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 Chevron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6A58D55-AC64-6C12-D40C-DC1A0F7FF4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573682" cy="6858001"/>
          </a:xfrm>
          <a:custGeom>
            <a:avLst/>
            <a:gdLst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9740900 w 9740900"/>
              <a:gd name="connsiteY4" fmla="*/ 6858001 h 6858001"/>
              <a:gd name="connsiteX5" fmla="*/ 0 w 9740900"/>
              <a:gd name="connsiteY5" fmla="*/ 6858001 h 6858001"/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0 w 9740900"/>
              <a:gd name="connsiteY4" fmla="*/ 6858001 h 6858001"/>
              <a:gd name="connsiteX5" fmla="*/ 0 w 9740900"/>
              <a:gd name="connsiteY5" fmla="*/ 0 h 6858001"/>
              <a:gd name="connsiteX0" fmla="*/ 0 w 9573682"/>
              <a:gd name="connsiteY0" fmla="*/ 0 h 6858001"/>
              <a:gd name="connsiteX1" fmla="*/ 9573682 w 9573682"/>
              <a:gd name="connsiteY1" fmla="*/ 0 h 6858001"/>
              <a:gd name="connsiteX2" fmla="*/ 3504626 w 9573682"/>
              <a:gd name="connsiteY2" fmla="*/ 6858000 h 6858001"/>
              <a:gd name="connsiteX3" fmla="*/ 0 w 9573682"/>
              <a:gd name="connsiteY3" fmla="*/ 6858001 h 6858001"/>
              <a:gd name="connsiteX4" fmla="*/ 0 w 9573682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3682" h="6858001">
                <a:moveTo>
                  <a:pt x="0" y="0"/>
                </a:moveTo>
                <a:lnTo>
                  <a:pt x="9573682" y="0"/>
                </a:lnTo>
                <a:lnTo>
                  <a:pt x="3504626" y="6858000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picture, and send to back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FD3AAE-4990-3F78-CACF-D0AD1710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3475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EBFE9A-85C9-0DF3-AD11-89CA5131A6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963"/>
            <a:ext cx="3454400" cy="566737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4652A5C-980F-177F-7849-E8D7A3FCC5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85800"/>
            <a:ext cx="4368797" cy="6172200"/>
          </a:xfrm>
          <a:custGeom>
            <a:avLst/>
            <a:gdLst>
              <a:gd name="connsiteX0" fmla="*/ 0 w 2890755"/>
              <a:gd name="connsiteY0" fmla="*/ 0 h 3266537"/>
              <a:gd name="connsiteX1" fmla="*/ 2890755 w 2890755"/>
              <a:gd name="connsiteY1" fmla="*/ 3266537 h 3266537"/>
              <a:gd name="connsiteX2" fmla="*/ 0 w 2890755"/>
              <a:gd name="connsiteY2" fmla="*/ 3266537 h 326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0755" h="3266537">
                <a:moveTo>
                  <a:pt x="0" y="0"/>
                </a:moveTo>
                <a:lnTo>
                  <a:pt x="2890755" y="3266537"/>
                </a:lnTo>
                <a:lnTo>
                  <a:pt x="0" y="3266537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564ADBC-B3CF-1F0A-6BCC-48008982B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6CFC8C-6B3E-2329-C61C-4EE87A3B7C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8777" y="685801"/>
            <a:ext cx="59822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4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 Blue Chevr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37FA1ED1-E3F5-4B9C-6AE4-6C239B6374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A454F3-91FC-AA12-EC09-8C444A066848}"/>
              </a:ext>
            </a:extLst>
          </p:cNvPr>
          <p:cNvSpPr/>
          <p:nvPr userDrawn="1"/>
        </p:nvSpPr>
        <p:spPr>
          <a:xfrm>
            <a:off x="2286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3503102 w 12188952"/>
              <a:gd name="connsiteY3" fmla="*/ 6858000 h 6858000"/>
              <a:gd name="connsiteX4" fmla="*/ 9572157 w 12188952"/>
              <a:gd name="connsiteY4" fmla="*/ 1 h 6858000"/>
              <a:gd name="connsiteX5" fmla="*/ 0 w 12188952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3503102" y="6858000"/>
                </a:lnTo>
                <a:lnTo>
                  <a:pt x="9572157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7D5EF7-BA43-032D-1CCA-51FAED4E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3475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99A68E3-9572-E55E-80A2-9FADBDEBB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963"/>
            <a:ext cx="3454400" cy="566737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E5A4B70-EA98-1F03-0D7F-C289DF8CFC5B}"/>
              </a:ext>
            </a:extLst>
          </p:cNvPr>
          <p:cNvSpPr/>
          <p:nvPr userDrawn="1"/>
        </p:nvSpPr>
        <p:spPr>
          <a:xfrm>
            <a:off x="0" y="685800"/>
            <a:ext cx="4368797" cy="6172200"/>
          </a:xfrm>
          <a:prstGeom prst="rtTriangle">
            <a:avLst/>
          </a:pr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90444E0-BF60-EC0F-B43C-C1577BB748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A74F82-D896-6359-E827-8EBFDF403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13"/>
          <a:stretch/>
        </p:blipFill>
        <p:spPr>
          <a:xfrm>
            <a:off x="10918777" y="685801"/>
            <a:ext cx="598067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70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 Blue Chevron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1BA8E7-A6CB-70FD-6621-628B2B3C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0" y="3543300"/>
            <a:ext cx="4375150" cy="2403475"/>
          </a:xfrm>
        </p:spPr>
        <p:txBody>
          <a:bodyPr wrap="square" lIns="0" tIns="0" rIns="0" bIns="0" anchor="ctr" anchorCtr="0">
            <a:noAutofit/>
          </a:bodyPr>
          <a:lstStyle>
            <a:lvl1pPr algn="r">
              <a:lnSpc>
                <a:spcPct val="85000"/>
              </a:lnSpc>
              <a:defRPr sz="54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EBFE9A-85C9-0DF3-AD11-89CA5131A6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51800" y="2747963"/>
            <a:ext cx="3454400" cy="566737"/>
          </a:xfr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6A58D55-AC64-6C12-D40C-DC1A0F7FF46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573682" cy="6858001"/>
          </a:xfrm>
          <a:custGeom>
            <a:avLst/>
            <a:gdLst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9740900 w 9740900"/>
              <a:gd name="connsiteY4" fmla="*/ 6858001 h 6858001"/>
              <a:gd name="connsiteX5" fmla="*/ 0 w 9740900"/>
              <a:gd name="connsiteY5" fmla="*/ 6858001 h 6858001"/>
              <a:gd name="connsiteX0" fmla="*/ 0 w 9740900"/>
              <a:gd name="connsiteY0" fmla="*/ 0 h 6858001"/>
              <a:gd name="connsiteX1" fmla="*/ 9573682 w 9740900"/>
              <a:gd name="connsiteY1" fmla="*/ 0 h 6858001"/>
              <a:gd name="connsiteX2" fmla="*/ 3504626 w 9740900"/>
              <a:gd name="connsiteY2" fmla="*/ 6858000 h 6858001"/>
              <a:gd name="connsiteX3" fmla="*/ 9740900 w 9740900"/>
              <a:gd name="connsiteY3" fmla="*/ 6858000 h 6858001"/>
              <a:gd name="connsiteX4" fmla="*/ 0 w 9740900"/>
              <a:gd name="connsiteY4" fmla="*/ 6858001 h 6858001"/>
              <a:gd name="connsiteX5" fmla="*/ 0 w 9740900"/>
              <a:gd name="connsiteY5" fmla="*/ 0 h 6858001"/>
              <a:gd name="connsiteX0" fmla="*/ 0 w 9573682"/>
              <a:gd name="connsiteY0" fmla="*/ 0 h 6858001"/>
              <a:gd name="connsiteX1" fmla="*/ 9573682 w 9573682"/>
              <a:gd name="connsiteY1" fmla="*/ 0 h 6858001"/>
              <a:gd name="connsiteX2" fmla="*/ 3504626 w 9573682"/>
              <a:gd name="connsiteY2" fmla="*/ 6858000 h 6858001"/>
              <a:gd name="connsiteX3" fmla="*/ 0 w 9573682"/>
              <a:gd name="connsiteY3" fmla="*/ 6858001 h 6858001"/>
              <a:gd name="connsiteX4" fmla="*/ 0 w 9573682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3682" h="6858001">
                <a:moveTo>
                  <a:pt x="0" y="0"/>
                </a:moveTo>
                <a:lnTo>
                  <a:pt x="9573682" y="0"/>
                </a:lnTo>
                <a:lnTo>
                  <a:pt x="3504626" y="6858000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picture, and send to back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4652A5C-980F-177F-7849-E8D7A3FCC5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85800"/>
            <a:ext cx="4368797" cy="6172200"/>
          </a:xfrm>
          <a:custGeom>
            <a:avLst/>
            <a:gdLst>
              <a:gd name="connsiteX0" fmla="*/ 0 w 2890755"/>
              <a:gd name="connsiteY0" fmla="*/ 0 h 3266537"/>
              <a:gd name="connsiteX1" fmla="*/ 2890755 w 2890755"/>
              <a:gd name="connsiteY1" fmla="*/ 3266537 h 3266537"/>
              <a:gd name="connsiteX2" fmla="*/ 0 w 2890755"/>
              <a:gd name="connsiteY2" fmla="*/ 3266537 h 326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0755" h="3266537">
                <a:moveTo>
                  <a:pt x="0" y="0"/>
                </a:moveTo>
                <a:lnTo>
                  <a:pt x="2890755" y="3266537"/>
                </a:lnTo>
                <a:lnTo>
                  <a:pt x="0" y="3266537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C92F885-4A6D-2F8F-7A5F-BF9034AD7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1048" y="6292415"/>
            <a:ext cx="4375151" cy="27432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0BE0489-8776-28EB-E3E7-D79859F8CE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" r="13"/>
          <a:stretch/>
        </p:blipFill>
        <p:spPr>
          <a:xfrm>
            <a:off x="10918777" y="685801"/>
            <a:ext cx="598067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07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F702A6-9D5E-087E-BC3B-5D05F978EE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BE0489-8776-28EB-E3E7-D79859F8CE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13"/>
          <a:stretch/>
        </p:blipFill>
        <p:spPr>
          <a:xfrm>
            <a:off x="685800" y="685801"/>
            <a:ext cx="598067" cy="2036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376B92-3054-B8D4-B639-2D60ACFEA5AA}"/>
              </a:ext>
            </a:extLst>
          </p:cNvPr>
          <p:cNvGrpSpPr/>
          <p:nvPr userDrawn="1"/>
        </p:nvGrpSpPr>
        <p:grpSpPr>
          <a:xfrm>
            <a:off x="7456900" y="685799"/>
            <a:ext cx="4733576" cy="5486402"/>
            <a:chOff x="7456900" y="685799"/>
            <a:chExt cx="4733576" cy="5486402"/>
          </a:xfrm>
        </p:grpSpPr>
        <p:pic>
          <p:nvPicPr>
            <p:cNvPr id="5" name="Picture 4" descr="A close up of lights&#10;&#10;Description automatically generated">
              <a:extLst>
                <a:ext uri="{FF2B5EF4-FFF2-40B4-BE49-F238E27FC236}">
                  <a16:creationId xmlns:a16="http://schemas.microsoft.com/office/drawing/2014/main" id="{A13BB557-FDF7-B23F-B335-D5D7BCC9B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56900" y="685800"/>
              <a:ext cx="4733576" cy="5486401"/>
            </a:xfrm>
            <a:custGeom>
              <a:avLst/>
              <a:gdLst>
                <a:gd name="connsiteX0" fmla="*/ 3598734 w 4733576"/>
                <a:gd name="connsiteY0" fmla="*/ 3075118 h 5486401"/>
                <a:gd name="connsiteX1" fmla="*/ 3626424 w 4733576"/>
                <a:gd name="connsiteY1" fmla="*/ 3089109 h 5486401"/>
                <a:gd name="connsiteX2" fmla="*/ 4733576 w 4733576"/>
                <a:gd name="connsiteY2" fmla="*/ 4565387 h 5486401"/>
                <a:gd name="connsiteX3" fmla="*/ 4733576 w 4733576"/>
                <a:gd name="connsiteY3" fmla="*/ 5486401 h 5486401"/>
                <a:gd name="connsiteX4" fmla="*/ 4117061 w 4733576"/>
                <a:gd name="connsiteY4" fmla="*/ 5486401 h 5486401"/>
                <a:gd name="connsiteX5" fmla="*/ 4061450 w 4733576"/>
                <a:gd name="connsiteY5" fmla="*/ 5458587 h 5486401"/>
                <a:gd name="connsiteX6" fmla="*/ 2942132 w 4733576"/>
                <a:gd name="connsiteY6" fmla="*/ 3968669 h 5486401"/>
                <a:gd name="connsiteX7" fmla="*/ 2942132 w 4733576"/>
                <a:gd name="connsiteY7" fmla="*/ 3927123 h 5486401"/>
                <a:gd name="connsiteX8" fmla="*/ 3570813 w 4733576"/>
                <a:gd name="connsiteY8" fmla="*/ 3089109 h 5486401"/>
                <a:gd name="connsiteX9" fmla="*/ 3598734 w 4733576"/>
                <a:gd name="connsiteY9" fmla="*/ 3075118 h 5486401"/>
                <a:gd name="connsiteX10" fmla="*/ 4733576 w 4733576"/>
                <a:gd name="connsiteY10" fmla="*/ 654 h 5486401"/>
                <a:gd name="connsiteX11" fmla="*/ 4733576 w 4733576"/>
                <a:gd name="connsiteY11" fmla="*/ 920574 h 5486401"/>
                <a:gd name="connsiteX12" fmla="*/ 3626094 w 4733576"/>
                <a:gd name="connsiteY12" fmla="*/ 2397292 h 5486401"/>
                <a:gd name="connsiteX13" fmla="*/ 3570483 w 4733576"/>
                <a:gd name="connsiteY13" fmla="*/ 2397292 h 5486401"/>
                <a:gd name="connsiteX14" fmla="*/ 3570154 w 4733576"/>
                <a:gd name="connsiteY14" fmla="*/ 2397292 h 5486401"/>
                <a:gd name="connsiteX15" fmla="*/ 2941472 w 4733576"/>
                <a:gd name="connsiteY15" fmla="*/ 1558949 h 5486401"/>
                <a:gd name="connsiteX16" fmla="*/ 2941472 w 4733576"/>
                <a:gd name="connsiteY16" fmla="*/ 1517402 h 5486401"/>
                <a:gd name="connsiteX17" fmla="*/ 4060478 w 4733576"/>
                <a:gd name="connsiteY17" fmla="*/ 29118 h 5486401"/>
                <a:gd name="connsiteX18" fmla="*/ 4116070 w 4733576"/>
                <a:gd name="connsiteY18" fmla="*/ 1304 h 5486401"/>
                <a:gd name="connsiteX19" fmla="*/ 34899 w 4733576"/>
                <a:gd name="connsiteY19" fmla="*/ 0 h 5486401"/>
                <a:gd name="connsiteX20" fmla="*/ 1276895 w 4733576"/>
                <a:gd name="connsiteY20" fmla="*/ 1304 h 5486401"/>
                <a:gd name="connsiteX21" fmla="*/ 1332487 w 4733576"/>
                <a:gd name="connsiteY21" fmla="*/ 29118 h 5486401"/>
                <a:gd name="connsiteX22" fmla="*/ 3366712 w 4733576"/>
                <a:gd name="connsiteY22" fmla="*/ 2743035 h 5486401"/>
                <a:gd name="connsiteX23" fmla="*/ 1332819 w 4733576"/>
                <a:gd name="connsiteY23" fmla="*/ 5458275 h 5486401"/>
                <a:gd name="connsiteX24" fmla="*/ 1277208 w 4733576"/>
                <a:gd name="connsiteY24" fmla="*/ 5486070 h 5486401"/>
                <a:gd name="connsiteX25" fmla="*/ 34899 w 4733576"/>
                <a:gd name="connsiteY25" fmla="*/ 5486070 h 5486401"/>
                <a:gd name="connsiteX26" fmla="*/ 7102 w 4733576"/>
                <a:gd name="connsiteY26" fmla="*/ 5430459 h 5486401"/>
                <a:gd name="connsiteX27" fmla="*/ 2022674 w 4733576"/>
                <a:gd name="connsiteY27" fmla="*/ 2743035 h 5486401"/>
                <a:gd name="connsiteX28" fmla="*/ 7102 w 4733576"/>
                <a:gd name="connsiteY28" fmla="*/ 55611 h 5486401"/>
                <a:gd name="connsiteX29" fmla="*/ 34899 w 4733576"/>
                <a:gd name="connsiteY29" fmla="*/ 0 h 548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33576" h="5486401">
                  <a:moveTo>
                    <a:pt x="3598734" y="3075118"/>
                  </a:moveTo>
                  <a:cubicBezTo>
                    <a:pt x="3609162" y="3075118"/>
                    <a:pt x="3619549" y="3079783"/>
                    <a:pt x="3626424" y="3089109"/>
                  </a:cubicBezTo>
                  <a:lnTo>
                    <a:pt x="4733576" y="4565387"/>
                  </a:lnTo>
                  <a:lnTo>
                    <a:pt x="4733576" y="5486401"/>
                  </a:lnTo>
                  <a:lnTo>
                    <a:pt x="4117061" y="5486401"/>
                  </a:lnTo>
                  <a:cubicBezTo>
                    <a:pt x="4095140" y="5486401"/>
                    <a:pt x="4074540" y="5475936"/>
                    <a:pt x="4061450" y="5458587"/>
                  </a:cubicBezTo>
                  <a:lnTo>
                    <a:pt x="2942132" y="3968669"/>
                  </a:lnTo>
                  <a:cubicBezTo>
                    <a:pt x="2932969" y="3956241"/>
                    <a:pt x="2932969" y="3939551"/>
                    <a:pt x="2942132" y="3927123"/>
                  </a:cubicBezTo>
                  <a:lnTo>
                    <a:pt x="3570813" y="3089109"/>
                  </a:lnTo>
                  <a:cubicBezTo>
                    <a:pt x="3577844" y="3079783"/>
                    <a:pt x="3588309" y="3075118"/>
                    <a:pt x="3598734" y="3075118"/>
                  </a:cubicBezTo>
                  <a:close/>
                  <a:moveTo>
                    <a:pt x="4733576" y="654"/>
                  </a:moveTo>
                  <a:lnTo>
                    <a:pt x="4733576" y="920574"/>
                  </a:lnTo>
                  <a:lnTo>
                    <a:pt x="3626094" y="2397292"/>
                  </a:lnTo>
                  <a:cubicBezTo>
                    <a:pt x="3612013" y="2415945"/>
                    <a:pt x="3584216" y="2415945"/>
                    <a:pt x="3570483" y="2397292"/>
                  </a:cubicBezTo>
                  <a:lnTo>
                    <a:pt x="3570154" y="2397292"/>
                  </a:lnTo>
                  <a:lnTo>
                    <a:pt x="2941472" y="1558949"/>
                  </a:lnTo>
                  <a:cubicBezTo>
                    <a:pt x="2932310" y="1546520"/>
                    <a:pt x="2932310" y="1529831"/>
                    <a:pt x="2941472" y="1517402"/>
                  </a:cubicBezTo>
                  <a:lnTo>
                    <a:pt x="4060478" y="29118"/>
                  </a:lnTo>
                  <a:cubicBezTo>
                    <a:pt x="4073551" y="11769"/>
                    <a:pt x="4094168" y="1304"/>
                    <a:pt x="4116070" y="1304"/>
                  </a:cubicBezTo>
                  <a:close/>
                  <a:moveTo>
                    <a:pt x="34899" y="0"/>
                  </a:moveTo>
                  <a:lnTo>
                    <a:pt x="1276895" y="1304"/>
                  </a:lnTo>
                  <a:cubicBezTo>
                    <a:pt x="1298797" y="1304"/>
                    <a:pt x="1319416" y="11456"/>
                    <a:pt x="1332487" y="29118"/>
                  </a:cubicBezTo>
                  <a:lnTo>
                    <a:pt x="3366712" y="2743035"/>
                  </a:lnTo>
                  <a:lnTo>
                    <a:pt x="1332819" y="5458275"/>
                  </a:lnTo>
                  <a:cubicBezTo>
                    <a:pt x="1319746" y="5475605"/>
                    <a:pt x="1299129" y="5486070"/>
                    <a:pt x="1277208" y="5486070"/>
                  </a:cubicBezTo>
                  <a:lnTo>
                    <a:pt x="34899" y="5486070"/>
                  </a:lnTo>
                  <a:cubicBezTo>
                    <a:pt x="6130" y="5486070"/>
                    <a:pt x="-10228" y="5453354"/>
                    <a:pt x="7102" y="5430459"/>
                  </a:cubicBezTo>
                  <a:lnTo>
                    <a:pt x="2022674" y="2743035"/>
                  </a:lnTo>
                  <a:lnTo>
                    <a:pt x="7102" y="55611"/>
                  </a:lnTo>
                  <a:cubicBezTo>
                    <a:pt x="-10228" y="32718"/>
                    <a:pt x="6130" y="0"/>
                    <a:pt x="34899" y="0"/>
                  </a:cubicBezTo>
                  <a:close/>
                </a:path>
              </a:pathLst>
            </a:custGeom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6293F48-2AD0-CDB2-8400-CF89001204CE}"/>
                </a:ext>
              </a:extLst>
            </p:cNvPr>
            <p:cNvSpPr/>
            <p:nvPr/>
          </p:nvSpPr>
          <p:spPr>
            <a:xfrm>
              <a:off x="7456901" y="685799"/>
              <a:ext cx="3366696" cy="5486069"/>
            </a:xfrm>
            <a:custGeom>
              <a:avLst/>
              <a:gdLst>
                <a:gd name="connsiteX0" fmla="*/ 72578 w 183377"/>
                <a:gd name="connsiteY0" fmla="*/ 1586 h 298816"/>
                <a:gd name="connsiteX1" fmla="*/ 69550 w 183377"/>
                <a:gd name="connsiteY1" fmla="*/ 71 h 298816"/>
                <a:gd name="connsiteX2" fmla="*/ 1901 w 183377"/>
                <a:gd name="connsiteY2" fmla="*/ 0 h 298816"/>
                <a:gd name="connsiteX3" fmla="*/ 387 w 183377"/>
                <a:gd name="connsiteY3" fmla="*/ 3029 h 298816"/>
                <a:gd name="connsiteX4" fmla="*/ 110171 w 183377"/>
                <a:gd name="connsiteY4" fmla="*/ 149408 h 298816"/>
                <a:gd name="connsiteX5" fmla="*/ 387 w 183377"/>
                <a:gd name="connsiteY5" fmla="*/ 295787 h 298816"/>
                <a:gd name="connsiteX6" fmla="*/ 1901 w 183377"/>
                <a:gd name="connsiteY6" fmla="*/ 298816 h 298816"/>
                <a:gd name="connsiteX7" fmla="*/ 69567 w 183377"/>
                <a:gd name="connsiteY7" fmla="*/ 298816 h 298816"/>
                <a:gd name="connsiteX8" fmla="*/ 72596 w 183377"/>
                <a:gd name="connsiteY8" fmla="*/ 297302 h 298816"/>
                <a:gd name="connsiteX9" fmla="*/ 183378 w 183377"/>
                <a:gd name="connsiteY9" fmla="*/ 149408 h 298816"/>
                <a:gd name="connsiteX10" fmla="*/ 72578 w 183377"/>
                <a:gd name="connsiteY10" fmla="*/ 1586 h 29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377" h="298816">
                  <a:moveTo>
                    <a:pt x="72578" y="1586"/>
                  </a:moveTo>
                  <a:cubicBezTo>
                    <a:pt x="71866" y="624"/>
                    <a:pt x="70743" y="71"/>
                    <a:pt x="69550" y="71"/>
                  </a:cubicBezTo>
                  <a:lnTo>
                    <a:pt x="1901" y="0"/>
                  </a:lnTo>
                  <a:cubicBezTo>
                    <a:pt x="334" y="0"/>
                    <a:pt x="-557" y="1782"/>
                    <a:pt x="387" y="3029"/>
                  </a:cubicBezTo>
                  <a:lnTo>
                    <a:pt x="110171" y="149408"/>
                  </a:lnTo>
                  <a:lnTo>
                    <a:pt x="387" y="295787"/>
                  </a:lnTo>
                  <a:cubicBezTo>
                    <a:pt x="-557" y="297034"/>
                    <a:pt x="334" y="298816"/>
                    <a:pt x="1901" y="298816"/>
                  </a:cubicBezTo>
                  <a:lnTo>
                    <a:pt x="69567" y="298816"/>
                  </a:lnTo>
                  <a:cubicBezTo>
                    <a:pt x="70761" y="298816"/>
                    <a:pt x="71884" y="298246"/>
                    <a:pt x="72596" y="297302"/>
                  </a:cubicBezTo>
                  <a:lnTo>
                    <a:pt x="183378" y="149408"/>
                  </a:lnTo>
                  <a:lnTo>
                    <a:pt x="72578" y="1586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75000"/>
                  </a:schemeClr>
                </a:gs>
                <a:gs pos="100000">
                  <a:srgbClr val="FF001F">
                    <a:alpha val="75000"/>
                  </a:srgb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0B1BA8E7-A6CB-70FD-6621-628B2B3C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057400"/>
            <a:ext cx="6216649" cy="2743200"/>
          </a:xfrm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85000"/>
              </a:lnSpc>
              <a:defRPr sz="5400" b="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EBFE9A-85C9-0DF3-AD11-89CA5131A6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5029199"/>
            <a:ext cx="5524499" cy="1143001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45BF0B-29BD-8565-E00D-4569BCF78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22274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5ACBF0"/>
          </p15:clr>
        </p15:guide>
        <p15:guide id="2" orient="horz" pos="3024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Horizontal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47DA2CF2-1E31-3FFD-33E2-381D36D498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5491089"/>
            <a:ext cx="71374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FFAE-1013-BD97-E6BA-DD87DBED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114800"/>
            <a:ext cx="8978900" cy="1371600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CA6E527-86D9-9909-5534-06D2F34C11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7190" r="-3172" b="1"/>
          <a:stretch/>
        </p:blipFill>
        <p:spPr>
          <a:xfrm flipH="1">
            <a:off x="7131050" y="4294413"/>
            <a:ext cx="5060950" cy="2563588"/>
          </a:xfrm>
          <a:prstGeom prst="rect">
            <a:avLst/>
          </a:prstGeom>
        </p:spPr>
      </p:pic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A35E99A-9516-A488-0653-108855493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23652-2BCE-A1F9-CB9D-14A8910B5B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6885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56">
          <p15:clr>
            <a:srgbClr val="5ACBF0"/>
          </p15:clr>
        </p15:guide>
        <p15:guide id="3" orient="horz" pos="216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Horizontal Custom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47DA2CF2-1E31-3FFD-33E2-381D36D498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5491089"/>
            <a:ext cx="7137400" cy="685800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FFAE-1013-BD97-E6BA-DD87DBED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114800"/>
            <a:ext cx="8978900" cy="1371600"/>
          </a:xfrm>
        </p:spPr>
        <p:txBody>
          <a:bodyPr anchor="ctr"/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4F9A569-4999-7D25-7E84-C38D76E1CD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92415"/>
            <a:ext cx="4375150" cy="274320"/>
          </a:xfrm>
        </p:spPr>
        <p:txBody>
          <a:bodyPr anchor="b"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A35E99A-9516-A488-0653-108855493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A33D71-95CA-B056-F1A6-EF23D2100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131050" y="4478211"/>
            <a:ext cx="5060950" cy="23797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F1F9C7B-2774-0CEB-12B0-B6A809A6CC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19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5ACBF0"/>
          </p15:clr>
        </p15:guide>
        <p15:guide id="2" orient="horz" pos="216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C1E45C68-AC2A-60A5-9034-266CFA2487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8792"/>
          <a:stretch/>
        </p:blipFill>
        <p:spPr>
          <a:xfrm>
            <a:off x="1524" y="1"/>
            <a:ext cx="6094476" cy="6858000"/>
          </a:xfrm>
          <a:prstGeom prst="rect">
            <a:avLst/>
          </a:prstGeom>
          <a:solidFill>
            <a:srgbClr val="080A30"/>
          </a:solidFill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290F04-723C-3B47-B776-6D173799A3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2450" y="1828800"/>
            <a:ext cx="4603750" cy="3200398"/>
          </a:xfrm>
        </p:spPr>
        <p:txBody>
          <a:bodyPr lIns="0" tIns="0" rIns="0" bIns="0" anchor="ctr">
            <a:normAutofit/>
          </a:bodyPr>
          <a:lstStyle>
            <a:lvl1pPr marL="236538" indent="-236538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•"/>
              <a:tabLst/>
              <a:defRPr sz="2000" cap="none" baseline="0">
                <a:solidFill>
                  <a:schemeClr val="tx1"/>
                </a:solidFill>
              </a:defRPr>
            </a:lvl1pPr>
            <a:lvl2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2pPr>
            <a:lvl3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3pPr>
            <a:lvl4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4pPr>
            <a:lvl5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EDC4F3-5FA2-C532-C907-B75B1B6B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0"/>
            <a:ext cx="4603750" cy="3200400"/>
          </a:xfrm>
        </p:spPr>
        <p:txBody>
          <a:bodyPr anchor="ctr"/>
          <a:lstStyle>
            <a:lvl1pPr algn="ctr">
              <a:lnSpc>
                <a:spcPct val="85000"/>
              </a:lnSpc>
              <a:defRPr sz="5400" b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7DD4C42-2AEC-11E4-9E36-9B70E89561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ED214DC-6D15-3CC1-366A-E3DD9A172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88135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with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596F69DC-10EF-3885-1DAE-CDAAF1DAB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4ED227-DB09-314E-2773-DD78B3A83A9E}"/>
              </a:ext>
            </a:extLst>
          </p:cNvPr>
          <p:cNvSpPr/>
          <p:nvPr userDrawn="1"/>
        </p:nvSpPr>
        <p:spPr>
          <a:xfrm>
            <a:off x="0" y="0"/>
            <a:ext cx="6094476" cy="6857999"/>
          </a:xfrm>
          <a:prstGeom prst="rect">
            <a:avLst/>
          </a:prstGeom>
          <a:gradFill>
            <a:gsLst>
              <a:gs pos="50000">
                <a:schemeClr val="accent2">
                  <a:alpha val="50000"/>
                </a:schemeClr>
              </a:gs>
              <a:gs pos="100000">
                <a:schemeClr val="accent2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EDC4F3-5FA2-C532-C907-B75B1B6B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0"/>
            <a:ext cx="4603750" cy="3200398"/>
          </a:xfrm>
        </p:spPr>
        <p:txBody>
          <a:bodyPr anchor="ctr"/>
          <a:lstStyle>
            <a:lvl1pPr algn="ctr">
              <a:lnSpc>
                <a:spcPct val="85000"/>
              </a:lnSpc>
              <a:defRPr sz="5400" b="0" spc="-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9098994-A8B3-AEF6-0382-6AA8C9A4F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2450" y="1828800"/>
            <a:ext cx="4603750" cy="3200398"/>
          </a:xfrm>
        </p:spPr>
        <p:txBody>
          <a:bodyPr lIns="0" tIns="0" rIns="0" bIns="0" anchor="ctr">
            <a:normAutofit/>
          </a:bodyPr>
          <a:lstStyle>
            <a:lvl1pPr marL="236538" indent="-236538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•"/>
              <a:tabLst/>
              <a:defRPr sz="2000" cap="none" baseline="0">
                <a:solidFill>
                  <a:schemeClr val="tx1"/>
                </a:solidFill>
              </a:defRPr>
            </a:lvl1pPr>
            <a:lvl2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2pPr>
            <a:lvl3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3pPr>
            <a:lvl4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4pPr>
            <a:lvl5pPr marL="457200" indent="-228600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tabLst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14EC6CC-B327-C6CE-0D26-9E28BCBE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2B8D187-4B61-0F23-BDD0-3742663309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67" r="20473"/>
          <a:stretch/>
        </p:blipFill>
        <p:spPr>
          <a:xfrm>
            <a:off x="11085695" y="2"/>
            <a:ext cx="1106304" cy="239831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AFE868-FDBB-9B5C-D120-0650D1FD14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31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84DDF-46B7-894D-B576-E202EF1EF1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828800"/>
            <a:ext cx="10820400" cy="4343400"/>
          </a:xfrm>
        </p:spPr>
        <p:txBody>
          <a:bodyPr lIns="0" tIns="0" rIns="0" bIns="0" numCol="2" spcCol="91440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B9D351-AB7B-D340-9FFB-15E5FAEFCE9B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ECBF75-B193-1814-C63B-3799D18F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828675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FF582D4-53E3-5E42-3705-6EDD11D71E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5C2EFED-33E5-210C-131C-76316AB4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16837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the Teams - GHX and Custo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A8EECC2A-0C23-2A8F-E144-3EE4B4A262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6706"/>
          <a:stretch/>
        </p:blipFill>
        <p:spPr>
          <a:xfrm>
            <a:off x="6097524" y="1"/>
            <a:ext cx="6094476" cy="6858000"/>
          </a:xfrm>
          <a:prstGeom prst="rect">
            <a:avLst/>
          </a:prstGeom>
          <a:solidFill>
            <a:srgbClr val="080A3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778EED-F24C-C2AB-94AA-33E994E47C44}"/>
              </a:ext>
            </a:extLst>
          </p:cNvPr>
          <p:cNvSpPr/>
          <p:nvPr userDrawn="1"/>
        </p:nvSpPr>
        <p:spPr>
          <a:xfrm>
            <a:off x="6096000" y="0"/>
            <a:ext cx="6094476" cy="6857999"/>
          </a:xfrm>
          <a:prstGeom prst="rect">
            <a:avLst/>
          </a:prstGeom>
          <a:gradFill>
            <a:gsLst>
              <a:gs pos="50000">
                <a:schemeClr val="tx2"/>
              </a:gs>
              <a:gs pos="100000">
                <a:schemeClr val="accent1"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84DDF-46B7-894D-B576-E202EF1EF10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5800" y="2438400"/>
            <a:ext cx="4953001" cy="373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01DA813-D32D-4C4A-9CD1-F8058C6F50F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02450" y="2438399"/>
            <a:ext cx="4603750" cy="37337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 cap="none" baseline="0">
                <a:solidFill>
                  <a:schemeClr val="bg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7ED71-A9D9-0241-BA54-8DF13D2609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85800" y="1828798"/>
            <a:ext cx="4953000" cy="4572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GHX Team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07F1F8-41AD-1347-8CDD-DA6E168CF46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902450" y="1828798"/>
            <a:ext cx="4603750" cy="4572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200" b="1" cap="all" spc="3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[Customer Name] Team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BC8A67E-9617-2816-0C5A-286904F6DA0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BC7DF84-1AA6-A8B8-C925-5126E610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495300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D2C325-0C4F-E850-78E1-56C5FD76F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FA40AE-CD87-47E6-B7AD-0C92B359C2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1629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1536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D3788-42F5-4B4E-8D27-855D3B51AA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800"/>
            <a:ext cx="10820400" cy="434339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5DDA857-11EB-5440-8BF3-220638CBA1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8284416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spc="0" baseline="0">
                <a:solidFill>
                  <a:schemeClr val="accent2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8C1148D-5BF1-CD88-888D-0A7283E72E4E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66862-DF46-C218-A0B5-78C6B6E8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828675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3BA989-B087-DB62-17F2-BE68923AED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21285A-AFFA-2460-724B-9E197EA1D9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499003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182C81-2572-194C-BD3B-6ACF03542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12EE18A-F952-6400-31C7-F9FC98C76C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799" y="1828799"/>
            <a:ext cx="10820399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3AC53E-83E4-9D3F-73F3-63741D3649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9207500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spc="0" baseline="0">
                <a:solidFill>
                  <a:schemeClr val="accent3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2DD194-6D38-DB82-9161-30D41434914F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01F1EB1-E0ED-F7A8-A230-8EBBECC85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67" r="20473"/>
          <a:stretch/>
        </p:blipFill>
        <p:spPr>
          <a:xfrm>
            <a:off x="11085695" y="2"/>
            <a:ext cx="1106304" cy="23983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CB0E2E4-544F-0BBE-F422-19FB3E61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07500" cy="54864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A1DDE8-C15F-B625-3144-2D4C21587A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2D6EF8-8674-B976-0D98-8A01CF5B4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729785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2680AF2-8935-8015-7665-F991141668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10820400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91AAD7B-12F9-72D1-12A0-1B5CBBDEA3AF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E3EC8E-7C45-2293-6DC5-D2A26140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828675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1A33579-BD64-D811-7642-78E61CDA32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45" r="41107"/>
          <a:stretch/>
        </p:blipFill>
        <p:spPr>
          <a:xfrm>
            <a:off x="9231437" y="1"/>
            <a:ext cx="2960562" cy="1600199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AFBB71-C181-A4CC-996E-B0AE660E24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638644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827980-329E-0AA0-78FD-08B4E9E6D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444C84-F4B2-A29B-97C0-CFB1DFD227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10820400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17715F-363D-153F-6F78-5683E107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07500" cy="1033272"/>
          </a:xfrm>
        </p:spPr>
        <p:txBody>
          <a:bodyPr/>
          <a:lstStyle>
            <a:lvl1pPr>
              <a:defRPr b="0" spc="-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4519B6-5AAB-F6EB-6610-94F3017D002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CFCC37E-35E8-5043-0054-3057296061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67" r="20473"/>
          <a:stretch/>
        </p:blipFill>
        <p:spPr>
          <a:xfrm>
            <a:off x="11085695" y="2"/>
            <a:ext cx="1106304" cy="239831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6E8F0A-544E-9A54-42EF-7AD2A134CD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411FF67-76E0-6260-151C-4144535C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25935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65773299-0FCB-A125-9EBA-9EAB0BE53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1"/>
            <a:ext cx="1377950" cy="6858000"/>
          </a:xfrm>
          <a:prstGeom prst="rect">
            <a:avLst/>
          </a:prstGeom>
          <a:solidFill>
            <a:srgbClr val="080A30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652230-4F4D-EADF-B291-2FDE82C58055}"/>
              </a:ext>
            </a:extLst>
          </p:cNvPr>
          <p:cNvSpPr/>
          <p:nvPr userDrawn="1"/>
        </p:nvSpPr>
        <p:spPr>
          <a:xfrm>
            <a:off x="10814050" y="0"/>
            <a:ext cx="1377950" cy="6857999"/>
          </a:xfrm>
          <a:prstGeom prst="rect">
            <a:avLst/>
          </a:prstGeom>
          <a:gradFill>
            <a:gsLst>
              <a:gs pos="100000">
                <a:srgbClr val="091431">
                  <a:alpha val="75000"/>
                </a:srgbClr>
              </a:gs>
              <a:gs pos="75000">
                <a:srgbClr val="09143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EEC1FD-7189-6493-5B08-76852CD195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9207500" cy="43434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BD402-CF8C-3755-C27A-55526C2F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13850" cy="1033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B718365-9D6D-8A21-C62B-D6BA4EDDFF73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683F24-A5A8-4A37-AEE3-5740D7FDF0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C623616-261B-9D45-E9D7-9B34899BAD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645944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F14B958B-0937-2366-5C3C-1F05684532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0"/>
            <a:ext cx="1376426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9B184D-1A7D-2CB1-42D8-9149B7D9F613}"/>
              </a:ext>
            </a:extLst>
          </p:cNvPr>
          <p:cNvSpPr/>
          <p:nvPr userDrawn="1"/>
        </p:nvSpPr>
        <p:spPr>
          <a:xfrm>
            <a:off x="10814050" y="0"/>
            <a:ext cx="1377950" cy="6857999"/>
          </a:xfrm>
          <a:prstGeom prst="rect">
            <a:avLst/>
          </a:prstGeom>
          <a:gradFill>
            <a:gsLst>
              <a:gs pos="100000">
                <a:srgbClr val="091431">
                  <a:alpha val="75000"/>
                </a:srgbClr>
              </a:gs>
              <a:gs pos="75000">
                <a:srgbClr val="09143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FF61B7D-0EDC-B758-38F5-6B0D19E333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9207500" cy="434340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AD9FB-9F46-BE59-F2CD-D305EE5D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9207500" cy="103327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FF51A3-8346-29EB-1792-CFAE72503A25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B585BB-1A71-887F-CCAE-1F9FBF9659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8C3B-8668-FFA4-4DDB-6165E0A09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40572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13" descr="A close-up of a building&#10;&#10;Description automatically generated">
            <a:extLst>
              <a:ext uri="{FF2B5EF4-FFF2-40B4-BE49-F238E27FC236}">
                <a16:creationId xmlns:a16="http://schemas.microsoft.com/office/drawing/2014/main" id="{8403218C-B56C-35EB-7632-C79683EB9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90476" cy="2971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2A1886-A61C-4E25-4315-2A1DA5D719D6}"/>
              </a:ext>
            </a:extLst>
          </p:cNvPr>
          <p:cNvSpPr/>
          <p:nvPr userDrawn="1"/>
        </p:nvSpPr>
        <p:spPr>
          <a:xfrm flipH="1">
            <a:off x="0" y="0"/>
            <a:ext cx="12192000" cy="29718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3">
                  <a:alpha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latin typeface="+mn-lt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6EDC23-7D81-4B39-12B6-3AD060BCEB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657600"/>
            <a:ext cx="10820400" cy="25146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FF6B13D-C5C6-DA62-CDF6-E4ED6554A2FE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71C48-23B2-7BC2-7303-D2F20F41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5"/>
            <a:ext cx="5295900" cy="2173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2F169-E4D2-28BF-BB95-319BD6D569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8637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p="http://schemas.openxmlformats.org/presentationml/2006/main" preserve="1" userDrawn="1">
  <p:cSld name="Title and Content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E9EE73-9EF4-B505-DC71-B2A278947C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12190476" cy="2971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73038" marR="0" lvl="0" indent="-173038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•"/>
              <a:tabLst/>
              <a:defRPr/>
            </a:pPr>
            <a:r>
              <a:rPr lang="en-US"/>
              <a:t>Step 1: Select blue overlay box and title and send to back by right clicking and choosing “Send to Back” 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647B3D2-8F7A-FDC7-D240-BE752A07EC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" y="0"/>
            <a:ext cx="12188952" cy="29718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6EDC23-7D81-4B39-12B6-3AD060BCEB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657597"/>
            <a:ext cx="10820400" cy="251460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DDE0A7-CD52-C4CA-0C0D-A988F2ABB78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D2B7F-21B8-EF86-5926-4E48A3A2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9824E-A7B4-F148-CCC0-E5DF5468F1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85574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Custom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E9EE73-9EF4-B505-DC71-B2A278947C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0476" cy="2971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73038" marR="0" lvl="0" indent="-173038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•"/>
              <a:tabLst/>
              <a:defRPr/>
            </a:pPr>
            <a:r>
              <a:rPr lang="en-US"/>
              <a:t>Step 1: Select blue overlay box and title and send to back by right clicking and choosing “Send to Back” 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647B3D2-8F7A-FDC7-D240-BE752A07EC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" y="0"/>
            <a:ext cx="12188952" cy="29718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600"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6EDC23-7D81-4B39-12B6-3AD060BCEB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657600"/>
            <a:ext cx="10820400" cy="2514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00CB3F-A8BA-4A72-8B3A-9BC33C4D9AC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C1E68AF-2989-86DB-9677-4EC550A8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9B35292-AC79-D55A-32A0-9432BE012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22CDBC-26F6-728B-94A4-497D360CC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558220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p="http://schemas.openxmlformats.org/presentationml/2006/main" preserve="1" userDrawn="1">
  <p:cSld name="2 Column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783254-03B3-0B42-B3AB-CB88F8B49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801"/>
            <a:ext cx="4953000" cy="43434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6068B4A-D8B8-4949-9540-3E961B3C7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3200" y="1828801"/>
            <a:ext cx="4953000" cy="4343399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C819874-57C8-3B82-90C4-ACE32CC541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10817352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spc="0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1D8A-C5D2-01EF-B5F6-7D7C8B8391E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ED9C06-1E6A-F4D2-4515-BC8056ED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108204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1D6EF-7B26-EA43-9FA0-C4C338CD02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59744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p="http://schemas.openxmlformats.org/presentationml/2006/main" preserve="1" userDrawn="1">
  <p:cSld name="2 Colum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D3788-42F5-4B4E-8D27-855D3B51AA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1828799"/>
            <a:ext cx="4953000" cy="4343401"/>
          </a:xfrm>
        </p:spPr>
        <p:txBody>
          <a:bodyPr/>
          <a:lstStyle>
            <a:lvl2pPr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4EA46-D19C-874B-A65F-77DC5EA36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3200" y="1828798"/>
            <a:ext cx="4953000" cy="4343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DAF11B-BDEC-35CD-2806-38EA9DA1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07340A8-CA37-382C-18EF-B77DEAED7F75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E832C4E-D372-28BB-10C0-108CF52E9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049939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103158E-65A8-2346-88A2-B863F53E3B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1" y="1828800"/>
            <a:ext cx="4953000" cy="2057400"/>
          </a:xfrm>
        </p:spPr>
        <p:txBody>
          <a:bodyPr lIns="0" tIns="0" rIns="0" bIns="0"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37D6D-2324-034D-AF76-06B38A6CC049}"/>
              </a:ext>
            </a:extLst>
          </p:cNvPr>
          <p:cNvSpPr/>
          <p:nvPr userDrawn="1"/>
        </p:nvSpPr>
        <p:spPr>
          <a:xfrm>
            <a:off x="457201" y="5006480"/>
            <a:ext cx="2157983" cy="22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4F8337D5-6232-4146-85CF-9D7AAEA68DA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53200" y="1828800"/>
            <a:ext cx="4953000" cy="2057400"/>
          </a:xfrm>
        </p:spPr>
        <p:txBody>
          <a:bodyPr lIns="0" tIns="0" rIns="0" bIns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0E20CC5D-EEF1-FC41-ABE7-AD0F8D9EE3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4381499"/>
            <a:ext cx="10820400" cy="1790701"/>
          </a:xfrm>
        </p:spPr>
        <p:txBody>
          <a:bodyPr lIns="0" tIns="0" rIns="0" bIns="0"/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6186D-F9CA-FEFD-8401-3B0B7CF5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E2F1D6-FF1E-DFC7-7165-88E109C2F82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1BF270D-39E5-682B-A4C5-3FB624E81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329477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276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C9B3A9-7C7C-AF32-E0FD-85C6793C3438}"/>
              </a:ext>
            </a:extLst>
          </p:cNvPr>
          <p:cNvSpPr/>
          <p:nvPr userDrawn="1"/>
        </p:nvSpPr>
        <p:spPr>
          <a:xfrm>
            <a:off x="4148074" y="0"/>
            <a:ext cx="804240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12" name="Picture Placeholder 3">
            <a:extLst>
              <a:ext uri="{FF2B5EF4-FFF2-40B4-BE49-F238E27FC236}">
                <a16:creationId xmlns:a16="http://schemas.microsoft.com/office/drawing/2014/main" id="{37532303-A5E7-AB54-CC39-B888B32A26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064" r="14312" b="46430"/>
          <a:stretch/>
        </p:blipFill>
        <p:spPr>
          <a:xfrm>
            <a:off x="4140200" y="-2"/>
            <a:ext cx="8051800" cy="68580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EC4602-A7A3-18C6-219E-EB5CF00438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2326" y="0"/>
            <a:ext cx="8059674" cy="12382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DC56638-842F-10FB-6B79-F52F7EF97FAF}"/>
              </a:ext>
            </a:extLst>
          </p:cNvPr>
          <p:cNvSpPr/>
          <p:nvPr userDrawn="1"/>
        </p:nvSpPr>
        <p:spPr>
          <a:xfrm>
            <a:off x="4140200" y="-4862"/>
            <a:ext cx="3911600" cy="6862861"/>
          </a:xfrm>
          <a:prstGeom prst="rect">
            <a:avLst/>
          </a:prstGeom>
          <a:gradFill>
            <a:gsLst>
              <a:gs pos="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100000">
                <a:srgbClr val="740FF4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783254-03B3-0B42-B3AB-CB88F8B49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2996392"/>
            <a:ext cx="2762250" cy="3175807"/>
          </a:xfrm>
        </p:spPr>
        <p:txBody>
          <a:bodyPr/>
          <a:lstStyle>
            <a:lvl1pPr>
              <a:defRPr sz="1600"/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6068B4A-D8B8-4949-9540-3E961B3C7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256" y="2996392"/>
            <a:ext cx="2761488" cy="317580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F62310A-DE69-524A-91AC-4BB1AFD41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40394" y="2996392"/>
            <a:ext cx="2761488" cy="317580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F09F9BA4-BA4D-598F-65A9-4D61CFC1F5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02175" y="2160588"/>
            <a:ext cx="2787650" cy="5826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BAE45583-41A8-5B46-3FD2-E1EC9580E0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27313" y="2160588"/>
            <a:ext cx="2787650" cy="5826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5DDA857-11EB-5440-8BF3-220638CBA1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798" y="2281724"/>
            <a:ext cx="2762252" cy="46147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en-US"/>
              <a:t>Click to edit Master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7616A3B-3F17-ECAE-D5D7-398101491EF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047282-0FF8-5C3C-729E-45082C9F28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28D9038-94F6-07D8-6A5C-BF812EFA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570046"/>
            <a:ext cx="3167009" cy="12587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0DFD1-0957-B745-999E-73D496AAA1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184554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preserve="1" userDrawn="1">
  <p:cSld name="3 Colum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D3788-42F5-4B4E-8D27-855D3B51AA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2743199"/>
            <a:ext cx="3000747" cy="34290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6E643CD-02AF-A248-A2A8-CCAE4E1C10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627" y="2743199"/>
            <a:ext cx="3000747" cy="34290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F8D2CE5-8055-7E40-A137-CD3D1C6B9C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05453" y="2743199"/>
            <a:ext cx="3000747" cy="3429001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63153D3-581C-21FB-9CA5-E74531D1DC4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3BE912-CBD0-1A18-DB02-B1BE378F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33B30BB-2016-2625-55ED-0287207D43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363500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28">
          <p15:clr>
            <a:srgbClr val="5ACBF0"/>
          </p15:clr>
        </p15:guide>
        <p15:guide id="2" pos="2904">
          <p15:clr>
            <a:srgbClr val="5ACBF0"/>
          </p15:clr>
        </p15:guide>
        <p15:guide id="3" pos="4800">
          <p15:clr>
            <a:srgbClr val="5ACBF0"/>
          </p15:clr>
        </p15:guide>
        <p15:guide id="4" pos="5352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+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3">
            <a:extLst>
              <a:ext uri="{FF2B5EF4-FFF2-40B4-BE49-F238E27FC236}">
                <a16:creationId xmlns:a16="http://schemas.microsoft.com/office/drawing/2014/main" id="{721BF450-2A64-F54F-D6D9-2121563EE1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036" t="12348" r="7593" b="49319"/>
          <a:stretch/>
        </p:blipFill>
        <p:spPr>
          <a:xfrm>
            <a:off x="-1" y="1950671"/>
            <a:ext cx="12192001" cy="4907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DB0E5-E6DB-C417-BDF7-0D0F86E728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1C8A0-2B0C-3443-AC96-EC963734BA90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685799" y="2178657"/>
            <a:ext cx="2999232" cy="79586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3764137-A006-0A44-B3F2-F0E7194139D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4596383" y="2178657"/>
            <a:ext cx="2999232" cy="79586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9E98149-85FF-6345-A02B-CEC7E151667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8506968" y="2178657"/>
            <a:ext cx="2999232" cy="79586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8B57C47-FECD-334B-8331-207C1F93182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85799" y="3205845"/>
            <a:ext cx="2999232" cy="1371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645658D-2E9B-D740-89DB-105F19379B4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96383" y="3205845"/>
            <a:ext cx="2999232" cy="1371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2D43D8D-FD99-9F4C-86A3-089108F2066E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8506968" y="3205845"/>
            <a:ext cx="2999232" cy="1371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294A0CA-E66F-664D-BD12-F64B9AD93DA0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85799" y="5036771"/>
            <a:ext cx="10820401" cy="685800"/>
          </a:xfrm>
          <a:prstGeom prst="roundRect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800" b="1" spc="-100" baseline="0">
                <a:solidFill>
                  <a:srgbClr val="000000"/>
                </a:solidFill>
              </a:defRPr>
            </a:lvl1pPr>
            <a:lvl2pPr marL="457200" indent="0">
              <a:buNone/>
              <a:defRPr sz="2400" b="1">
                <a:solidFill>
                  <a:schemeClr val="bg1"/>
                </a:solidFill>
              </a:defRPr>
            </a:lvl2pPr>
            <a:lvl3pPr marL="914400" indent="0">
              <a:buNone/>
              <a:defRPr sz="2400" b="1">
                <a:solidFill>
                  <a:schemeClr val="bg1"/>
                </a:solidFill>
              </a:defRPr>
            </a:lvl3pPr>
            <a:lvl4pPr marL="1371600" indent="0">
              <a:buNone/>
              <a:defRPr sz="2400" b="1">
                <a:solidFill>
                  <a:schemeClr val="bg1"/>
                </a:solidFill>
              </a:defRPr>
            </a:lvl4pPr>
            <a:lvl5pPr marL="1828800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FF79AD3-507F-F6D6-264A-FE0DF3CCB10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E1DAE40-3FF6-B9C8-0520-8ED07324B7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EEF83E1-67CB-7D54-0EC9-B3934331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11C9B1D-CBF7-0EB8-8040-2EDC261AB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3758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016">
          <p15:clr>
            <a:srgbClr val="FBAE40"/>
          </p15:clr>
        </p15:guide>
        <p15:guide id="2" pos="2328">
          <p15:clr>
            <a:srgbClr val="5ACBF0"/>
          </p15:clr>
        </p15:guide>
        <p15:guide id="3" pos="2904">
          <p15:clr>
            <a:srgbClr val="5ACBF0"/>
          </p15:clr>
        </p15:guide>
        <p15:guide id="4" pos="4800">
          <p15:clr>
            <a:srgbClr val="5ACBF0"/>
          </p15:clr>
        </p15:guide>
        <p15:guide id="5" pos="5352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p="http://schemas.openxmlformats.org/presentationml/2006/main" preserve="1" userDrawn="1">
  <p:cSld name="3 Column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28C6E18-9434-134F-BE4D-4A2E72CCEB2C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85800" y="3425266"/>
            <a:ext cx="2999232" cy="2741555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9631DAFC-2B87-7840-8489-27FA39F139D8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4596384" y="3427245"/>
            <a:ext cx="2999232" cy="2744953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863FFAC-D452-C54E-8977-16F82A760F6E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8506968" y="3427246"/>
            <a:ext cx="2999232" cy="2744954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lnSpc>
                <a:spcPct val="100000"/>
              </a:lnSpc>
              <a:spcBef>
                <a:spcPts val="2000"/>
              </a:spcBef>
              <a:buNone/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F7B2189-F255-4C1C-8E1A-3C6BC62622A3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718C9-2111-4A56-4FED-E8EAC029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D543E9-4728-B420-6A9F-3C9EEE13CF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094894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pos="2328">
          <p15:clr>
            <a:srgbClr val="5ACBF0"/>
          </p15:clr>
        </p15:guide>
        <p15:guide id="3" pos="2904">
          <p15:clr>
            <a:srgbClr val="5ACBF0"/>
          </p15:clr>
        </p15:guide>
        <p15:guide id="4" pos="4800">
          <p15:clr>
            <a:srgbClr val="5ACBF0"/>
          </p15:clr>
        </p15:guide>
        <p15:guide id="5" pos="5352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mn: Icon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D7DDCD-553E-1A26-EE46-20504332A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28C6E18-9434-134F-BE4D-4A2E72CCEB2C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85800" y="3426503"/>
            <a:ext cx="2999232" cy="2740188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9631DAFC-2B87-7840-8489-27FA39F139D8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4596384" y="3427245"/>
            <a:ext cx="2999232" cy="2744954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863FFAC-D452-C54E-8977-16F82A760F6E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8506968" y="3427246"/>
            <a:ext cx="2999232" cy="2744954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lnSpc>
                <a:spcPct val="100000"/>
              </a:lnSpc>
              <a:spcBef>
                <a:spcPts val="2000"/>
              </a:spcBef>
              <a:buNone/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9233-21AE-803E-59D5-672F68BCBD1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B28092C-E943-BAC7-F297-1104EE2DC7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7D7F3AC-BB63-1AFC-26CC-6A4A822A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AEEF6DB-364D-8CF4-2FD8-B2D4E3D42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287392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pos="2904">
          <p15:clr>
            <a:srgbClr val="5ACBF0"/>
          </p15:clr>
        </p15:guide>
        <p15:guide id="3" pos="2328">
          <p15:clr>
            <a:srgbClr val="5ACBF0"/>
          </p15:clr>
        </p15:guide>
        <p15:guide id="4" pos="4800">
          <p15:clr>
            <a:srgbClr val="5ACBF0"/>
          </p15:clr>
        </p15:guide>
        <p15:guide id="5" pos="5352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369DB14-1244-C991-FA8A-EE9FBF6AF573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1DD74A-C3BC-2F2E-FD81-FB2A7082709A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4381B7D2-3540-EC42-9D5E-FE793D0358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3429000"/>
            <a:ext cx="2089684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D9DC29D3-85DD-9F4A-998B-23A3CC0C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7947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C75328-BBA7-6048-88F4-AC3422707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5786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E3785295-872A-C44F-ABB8-BBEACDD955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8B71-5636-C81A-E1BA-6AE8AC2F8D6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EBECC-118C-64F5-68E1-84541032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D2DD55-1365-7377-2445-0BF6A1A0E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" r="24"/>
          <a:stretch/>
        </p:blipFill>
        <p:spPr>
          <a:xfrm>
            <a:off x="11204049" y="6363085"/>
            <a:ext cx="597935" cy="2036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4E777-9144-7294-E2C6-5D51CB436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164559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orient="horz" pos="3744">
          <p15:clr>
            <a:srgbClr val="5ACBF0"/>
          </p15:clr>
        </p15:guide>
        <p15:guide id="3" orient="horz" pos="2016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: Icon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D7B45F65-9B20-E2C2-85C5-7CB57DC82DA8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20000"/>
              </a:lnSpc>
            </a:pPr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E4153B-DADB-174B-E422-5CAF4EC49CEA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4381B7D2-3540-EC42-9D5E-FE793D0358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3429000"/>
            <a:ext cx="2089684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D9DC29D3-85DD-9F4A-998B-23A3CC0C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7947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C75328-BBA7-6048-88F4-AC3422707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5786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E3785295-872A-C44F-ABB8-BBEACDD955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3429000"/>
            <a:ext cx="2093976" cy="2518664"/>
          </a:xfrm>
        </p:spPr>
        <p:txBody>
          <a:bodyPr lIns="0" tIns="0" rIns="0" bIns="0"/>
          <a:lstStyle>
            <a:lvl1pPr marL="0" indent="0" algn="l">
              <a:lnSpc>
                <a:spcPct val="120000"/>
              </a:lnSpc>
              <a:spcBef>
                <a:spcPts val="600"/>
              </a:spcBef>
              <a:buFontTx/>
              <a:buNone/>
              <a:defRPr sz="1600"/>
            </a:lvl1pPr>
            <a:lvl2pPr>
              <a:lnSpc>
                <a:spcPct val="100000"/>
              </a:lnSpc>
              <a:spcBef>
                <a:spcPts val="2000"/>
              </a:spcBef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2000"/>
              </a:spcBef>
              <a:defRPr/>
            </a:lvl3pPr>
            <a:lvl4pPr>
              <a:lnSpc>
                <a:spcPct val="100000"/>
              </a:lnSpc>
              <a:spcBef>
                <a:spcPts val="2000"/>
              </a:spcBef>
              <a:defRPr/>
            </a:lvl4pPr>
            <a:lvl5pPr>
              <a:lnSpc>
                <a:spcPct val="100000"/>
              </a:lnSpc>
              <a:spcBef>
                <a:spcPts val="2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05B29-E487-1AC4-87B8-772FD62050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44571-BD04-E1FE-8C19-2AA324308004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C404A16-C0F6-7E69-42FF-23B38D8AA9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47C71AA-4C17-7522-0F93-D8C36815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988874D-1178-02B5-8A74-45AB78AF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618251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  <p15:guide id="2" orient="horz" pos="3744">
          <p15:clr>
            <a:srgbClr val="5ACBF0"/>
          </p15:clr>
        </p15:guide>
        <p15:guide id="3" orient="horz" pos="2016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DA8A7F5A-B5B4-99C3-8390-85C46CCD51F6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BE1DE2-D3F9-F443-0845-69217B8A5FB4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CABA90-09D0-0C42-A44E-EDDA25F30E54}"/>
              </a:ext>
            </a:extLst>
          </p:cNvPr>
          <p:cNvCxnSpPr>
            <a:cxnSpLocks/>
          </p:cNvCxnSpPr>
          <p:nvPr/>
        </p:nvCxnSpPr>
        <p:spPr>
          <a:xfrm>
            <a:off x="914400" y="3889744"/>
            <a:ext cx="4724400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CE2DEC-ED32-4B1B-855A-3CAD1B3E3A68}"/>
              </a:ext>
            </a:extLst>
          </p:cNvPr>
          <p:cNvCxnSpPr>
            <a:cxnSpLocks/>
          </p:cNvCxnSpPr>
          <p:nvPr userDrawn="1"/>
        </p:nvCxnSpPr>
        <p:spPr>
          <a:xfrm>
            <a:off x="6553200" y="3889744"/>
            <a:ext cx="4735068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646F92B-DB84-404E-B7B0-DB14F0B90CE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7954" y="1835888"/>
            <a:ext cx="4260846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2E84EFC0-0DEB-4D27-A894-C833F79E8A8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27165" y="1835888"/>
            <a:ext cx="4261104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E18043E8-DBC3-4E07-A8CD-AA137CF406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77954" y="4283344"/>
            <a:ext cx="4260846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ECB22E1C-240C-4CA1-A949-4BE971F6527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27165" y="4283344"/>
            <a:ext cx="4261104" cy="1660256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6436D0-BBF4-3E53-CE2E-925BB209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AC72B835-20FD-39F6-6A51-E635B044EAFA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8789B4-84B2-A274-2A95-A74EA6191A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" r="24"/>
          <a:stretch/>
        </p:blipFill>
        <p:spPr>
          <a:xfrm>
            <a:off x="11204049" y="6363085"/>
            <a:ext cx="597935" cy="20365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5D6E0-0E75-9EBF-1569-80F96E4FD06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8800"/>
            <a:ext cx="0" cy="41148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203B90-9CB9-8A54-8C76-2A29CF1BC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90750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pos="7104">
          <p15:clr>
            <a:srgbClr val="5ACBF0"/>
          </p15:clr>
        </p15:guide>
        <p15:guide id="4" pos="4416">
          <p15:clr>
            <a:srgbClr val="5ACBF0"/>
          </p15:clr>
        </p15:guide>
        <p15:guide id="5" orient="horz" pos="374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dra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6381B3B-58A3-4736-B145-8B5CF37EB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162C4A56-C308-068B-A6EC-8ED7275BAA1F}"/>
              </a:ext>
            </a:extLst>
          </p:cNvPr>
          <p:cNvSpPr/>
          <p:nvPr userDrawn="1"/>
        </p:nvSpPr>
        <p:spPr>
          <a:xfrm flipH="1">
            <a:off x="9049742" y="1233182"/>
            <a:ext cx="3142258" cy="5624818"/>
          </a:xfrm>
          <a:prstGeom prst="rtTriangl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50000">
                <a:schemeClr val="accent2">
                  <a:alpha val="75000"/>
                </a:schemeClr>
              </a:gs>
              <a:gs pos="0">
                <a:schemeClr val="accent6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20000"/>
              </a:lnSpc>
            </a:pPr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4DC31C-D8E6-A1D8-8E0E-8792DB42382F}"/>
              </a:ext>
            </a:extLst>
          </p:cNvPr>
          <p:cNvSpPr/>
          <p:nvPr userDrawn="1"/>
        </p:nvSpPr>
        <p:spPr>
          <a:xfrm>
            <a:off x="8995002" y="1885950"/>
            <a:ext cx="2533650" cy="4286250"/>
          </a:xfrm>
          <a:prstGeom prst="roundRect">
            <a:avLst>
              <a:gd name="adj" fmla="val 8071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0" tIns="45720" rIns="274320" rtlCol="0" anchor="ctr"/>
          <a:lstStyle/>
          <a:p>
            <a:pPr marL="11113" marR="0" lvl="1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9143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BE7CEF-3A82-74D1-8C68-FE9C0A6D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EAD6F-52D1-2C82-3F61-2DDE1BA9FFE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06DADA-7E33-D06F-4F43-B828A581295B}"/>
              </a:ext>
            </a:extLst>
          </p:cNvPr>
          <p:cNvCxnSpPr>
            <a:cxnSpLocks/>
          </p:cNvCxnSpPr>
          <p:nvPr userDrawn="1"/>
        </p:nvCxnSpPr>
        <p:spPr>
          <a:xfrm>
            <a:off x="914400" y="3889744"/>
            <a:ext cx="4724400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DD495F-EEEB-6265-24FC-45980F84E435}"/>
              </a:ext>
            </a:extLst>
          </p:cNvPr>
          <p:cNvCxnSpPr>
            <a:cxnSpLocks/>
          </p:cNvCxnSpPr>
          <p:nvPr userDrawn="1"/>
        </p:nvCxnSpPr>
        <p:spPr>
          <a:xfrm>
            <a:off x="6553200" y="3889744"/>
            <a:ext cx="4735068" cy="0"/>
          </a:xfrm>
          <a:prstGeom prst="straightConnector1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421E8E-0431-B903-7BDF-683EF793D7F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8800"/>
            <a:ext cx="0" cy="41148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646F92B-DB84-404E-B7B0-DB14F0B90CE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7954" y="1835888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E18043E8-DBC3-4E07-A8CD-AA137CF406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77954" y="4283344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2E84EFC0-0DEB-4D27-A894-C833F79E8A8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27422" y="1835888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ECB22E1C-240C-4CA1-A949-4BE971F6527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27422" y="4283344"/>
            <a:ext cx="4260846" cy="166025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C083FC-4EE7-0F18-E787-14469A95E2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350B5E3-D350-3316-751E-ECD36358E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72866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pos="4416">
          <p15:clr>
            <a:srgbClr val="5ACBF0"/>
          </p15:clr>
        </p15:guide>
        <p15:guide id="4" pos="7104">
          <p15:clr>
            <a:srgbClr val="5ACBF0"/>
          </p15:clr>
        </p15:guide>
        <p15:guide id="5" orient="horz" pos="374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3B31E-1960-952B-0A26-D817A2F1DBA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C7B2465-A0E6-5442-93E7-693E6E5B2C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281007"/>
            <a:ext cx="10817352" cy="320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4D9784-BFE3-FD5C-AD0C-B51CAA58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108204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53E35-EE5A-88B3-CA23-ADF7F2FA4B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0187729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310D68-D281-EFCA-3F79-89ADC1D3F532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755A5-573D-E836-4CFB-2548994E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1490590-2B0F-CD68-4860-CCA606C46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5846543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7E2810A-BC96-2AC5-68F3-7E55FBC909E4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DE667-9124-435D-4E3E-136DF5C54B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01385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E36DDE4-6D58-7BCE-8728-E87FCDDC30C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4EC91-F2D0-A0C2-14E4-2AE3D8F61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E939BCE-2F5D-AF91-6141-21CF65E82E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AC36303-DFE6-A2C3-EEE7-2C4FAB62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59450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36C697D-74DC-4003-9FD6-B5CA1C28ED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88052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6ADE96-5387-465E-8670-A6071E5684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996930" cy="1541482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2F5A4A-2ACF-C6F9-61AB-4A5ACBA40A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685800"/>
            <a:ext cx="5289553" cy="5486400"/>
          </a:xfrm>
          <a:custGeom>
            <a:avLst/>
            <a:gdLst>
              <a:gd name="connsiteX0" fmla="*/ 0 w 5289553"/>
              <a:gd name="connsiteY0" fmla="*/ 0 h 5486400"/>
              <a:gd name="connsiteX1" fmla="*/ 1084119 w 5289553"/>
              <a:gd name="connsiteY1" fmla="*/ 0 h 5486400"/>
              <a:gd name="connsiteX2" fmla="*/ 3308279 w 5289553"/>
              <a:gd name="connsiteY2" fmla="*/ 0 h 5486400"/>
              <a:gd name="connsiteX3" fmla="*/ 4891236 w 5289553"/>
              <a:gd name="connsiteY3" fmla="*/ 0 h 5486400"/>
              <a:gd name="connsiteX4" fmla="*/ 5289553 w 5289553"/>
              <a:gd name="connsiteY4" fmla="*/ 398317 h 5486400"/>
              <a:gd name="connsiteX5" fmla="*/ 5289553 w 5289553"/>
              <a:gd name="connsiteY5" fmla="*/ 5088083 h 5486400"/>
              <a:gd name="connsiteX6" fmla="*/ 4891236 w 5289553"/>
              <a:gd name="connsiteY6" fmla="*/ 5486400 h 5486400"/>
              <a:gd name="connsiteX7" fmla="*/ 3308279 w 5289553"/>
              <a:gd name="connsiteY7" fmla="*/ 5486400 h 5486400"/>
              <a:gd name="connsiteX8" fmla="*/ 1084119 w 5289553"/>
              <a:gd name="connsiteY8" fmla="*/ 5486400 h 5486400"/>
              <a:gd name="connsiteX9" fmla="*/ 0 w 5289553"/>
              <a:gd name="connsiteY9" fmla="*/ 5486400 h 5486400"/>
              <a:gd name="connsiteX0" fmla="*/ 0 w 5289553"/>
              <a:gd name="connsiteY0" fmla="*/ 0 h 5486400"/>
              <a:gd name="connsiteX1" fmla="*/ 3308279 w 5289553"/>
              <a:gd name="connsiteY1" fmla="*/ 0 h 5486400"/>
              <a:gd name="connsiteX2" fmla="*/ 4891236 w 5289553"/>
              <a:gd name="connsiteY2" fmla="*/ 0 h 5486400"/>
              <a:gd name="connsiteX3" fmla="*/ 5289553 w 5289553"/>
              <a:gd name="connsiteY3" fmla="*/ 398317 h 5486400"/>
              <a:gd name="connsiteX4" fmla="*/ 5289553 w 5289553"/>
              <a:gd name="connsiteY4" fmla="*/ 5088083 h 5486400"/>
              <a:gd name="connsiteX5" fmla="*/ 4891236 w 5289553"/>
              <a:gd name="connsiteY5" fmla="*/ 5486400 h 5486400"/>
              <a:gd name="connsiteX6" fmla="*/ 3308279 w 5289553"/>
              <a:gd name="connsiteY6" fmla="*/ 5486400 h 5486400"/>
              <a:gd name="connsiteX7" fmla="*/ 1084119 w 5289553"/>
              <a:gd name="connsiteY7" fmla="*/ 5486400 h 5486400"/>
              <a:gd name="connsiteX8" fmla="*/ 0 w 5289553"/>
              <a:gd name="connsiteY8" fmla="*/ 5486400 h 5486400"/>
              <a:gd name="connsiteX9" fmla="*/ 0 w 5289553"/>
              <a:gd name="connsiteY9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1084119 w 5289553"/>
              <a:gd name="connsiteY6" fmla="*/ 5486400 h 5486400"/>
              <a:gd name="connsiteX7" fmla="*/ 0 w 5289553"/>
              <a:gd name="connsiteY7" fmla="*/ 5486400 h 5486400"/>
              <a:gd name="connsiteX8" fmla="*/ 0 w 5289553"/>
              <a:gd name="connsiteY8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0 w 5289553"/>
              <a:gd name="connsiteY6" fmla="*/ 5486400 h 5486400"/>
              <a:gd name="connsiteX7" fmla="*/ 0 w 5289553"/>
              <a:gd name="connsiteY7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0 w 5289553"/>
              <a:gd name="connsiteY5" fmla="*/ 5486400 h 5486400"/>
              <a:gd name="connsiteX6" fmla="*/ 0 w 5289553"/>
              <a:gd name="connsiteY6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53" h="5486400">
                <a:moveTo>
                  <a:pt x="0" y="0"/>
                </a:moveTo>
                <a:lnTo>
                  <a:pt x="4891236" y="0"/>
                </a:lnTo>
                <a:cubicBezTo>
                  <a:pt x="5111220" y="0"/>
                  <a:pt x="5289553" y="178333"/>
                  <a:pt x="5289553" y="398317"/>
                </a:cubicBezTo>
                <a:lnTo>
                  <a:pt x="5289553" y="5088083"/>
                </a:lnTo>
                <a:cubicBezTo>
                  <a:pt x="5289553" y="5308067"/>
                  <a:pt x="5111220" y="5486400"/>
                  <a:pt x="4891236" y="5486400"/>
                </a:cubicBez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D6D4D733-34C8-9661-91FA-DDEE52B3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8" y="1828801"/>
            <a:ext cx="2753782" cy="11429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98D4A3-1B0E-C6B4-B0C3-ADC63A451D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90168" y="1374100"/>
            <a:ext cx="2752726" cy="2286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Supertitle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C71D529-B3A1-BFAC-1D78-BF1756D301A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5DC65A-FC97-D7BA-A5D3-E1CDBD4203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2828906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 -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652FD78-7462-E2E3-F3EE-00390FE21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13" name="Picture Placeholder 3">
            <a:extLst>
              <a:ext uri="{FF2B5EF4-FFF2-40B4-BE49-F238E27FC236}">
                <a16:creationId xmlns:a16="http://schemas.microsoft.com/office/drawing/2014/main" id="{DB9187A6-E60C-67D1-B821-EC18F34E82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661" t="8300" r="22968" b="38130"/>
          <a:stretch/>
        </p:blipFill>
        <p:spPr>
          <a:xfrm>
            <a:off x="-2" y="0"/>
            <a:ext cx="1219199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FFBDD1-1814-CEE1-9269-FEC340F1E036}"/>
              </a:ext>
            </a:extLst>
          </p:cNvPr>
          <p:cNvSpPr/>
          <p:nvPr userDrawn="1"/>
        </p:nvSpPr>
        <p:spPr>
          <a:xfrm flipH="1">
            <a:off x="4" y="0"/>
            <a:ext cx="12191996" cy="6858000"/>
          </a:xfrm>
          <a:prstGeom prst="rect">
            <a:avLst/>
          </a:prstGeom>
          <a:gradFill>
            <a:gsLst>
              <a:gs pos="100000">
                <a:schemeClr val="bg2">
                  <a:alpha val="0"/>
                </a:schemeClr>
              </a:gs>
              <a:gs pos="25000">
                <a:schemeClr val="bg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B62FE7-5FB9-4ACD-FBC4-87C68F9A95B1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D8D7D41-016E-3587-0CD6-C1A65CDFB8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685800"/>
            <a:ext cx="5289553" cy="5486400"/>
          </a:xfrm>
          <a:custGeom>
            <a:avLst/>
            <a:gdLst>
              <a:gd name="connsiteX0" fmla="*/ 0 w 5289553"/>
              <a:gd name="connsiteY0" fmla="*/ 0 h 5486400"/>
              <a:gd name="connsiteX1" fmla="*/ 1084119 w 5289553"/>
              <a:gd name="connsiteY1" fmla="*/ 0 h 5486400"/>
              <a:gd name="connsiteX2" fmla="*/ 3308279 w 5289553"/>
              <a:gd name="connsiteY2" fmla="*/ 0 h 5486400"/>
              <a:gd name="connsiteX3" fmla="*/ 4891236 w 5289553"/>
              <a:gd name="connsiteY3" fmla="*/ 0 h 5486400"/>
              <a:gd name="connsiteX4" fmla="*/ 5289553 w 5289553"/>
              <a:gd name="connsiteY4" fmla="*/ 398317 h 5486400"/>
              <a:gd name="connsiteX5" fmla="*/ 5289553 w 5289553"/>
              <a:gd name="connsiteY5" fmla="*/ 5088083 h 5486400"/>
              <a:gd name="connsiteX6" fmla="*/ 4891236 w 5289553"/>
              <a:gd name="connsiteY6" fmla="*/ 5486400 h 5486400"/>
              <a:gd name="connsiteX7" fmla="*/ 3308279 w 5289553"/>
              <a:gd name="connsiteY7" fmla="*/ 5486400 h 5486400"/>
              <a:gd name="connsiteX8" fmla="*/ 1084119 w 5289553"/>
              <a:gd name="connsiteY8" fmla="*/ 5486400 h 5486400"/>
              <a:gd name="connsiteX9" fmla="*/ 0 w 5289553"/>
              <a:gd name="connsiteY9" fmla="*/ 5486400 h 5486400"/>
              <a:gd name="connsiteX0" fmla="*/ 0 w 5289553"/>
              <a:gd name="connsiteY0" fmla="*/ 0 h 5486400"/>
              <a:gd name="connsiteX1" fmla="*/ 3308279 w 5289553"/>
              <a:gd name="connsiteY1" fmla="*/ 0 h 5486400"/>
              <a:gd name="connsiteX2" fmla="*/ 4891236 w 5289553"/>
              <a:gd name="connsiteY2" fmla="*/ 0 h 5486400"/>
              <a:gd name="connsiteX3" fmla="*/ 5289553 w 5289553"/>
              <a:gd name="connsiteY3" fmla="*/ 398317 h 5486400"/>
              <a:gd name="connsiteX4" fmla="*/ 5289553 w 5289553"/>
              <a:gd name="connsiteY4" fmla="*/ 5088083 h 5486400"/>
              <a:gd name="connsiteX5" fmla="*/ 4891236 w 5289553"/>
              <a:gd name="connsiteY5" fmla="*/ 5486400 h 5486400"/>
              <a:gd name="connsiteX6" fmla="*/ 3308279 w 5289553"/>
              <a:gd name="connsiteY6" fmla="*/ 5486400 h 5486400"/>
              <a:gd name="connsiteX7" fmla="*/ 1084119 w 5289553"/>
              <a:gd name="connsiteY7" fmla="*/ 5486400 h 5486400"/>
              <a:gd name="connsiteX8" fmla="*/ 0 w 5289553"/>
              <a:gd name="connsiteY8" fmla="*/ 5486400 h 5486400"/>
              <a:gd name="connsiteX9" fmla="*/ 0 w 5289553"/>
              <a:gd name="connsiteY9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1084119 w 5289553"/>
              <a:gd name="connsiteY6" fmla="*/ 5486400 h 5486400"/>
              <a:gd name="connsiteX7" fmla="*/ 0 w 5289553"/>
              <a:gd name="connsiteY7" fmla="*/ 5486400 h 5486400"/>
              <a:gd name="connsiteX8" fmla="*/ 0 w 5289553"/>
              <a:gd name="connsiteY8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3308279 w 5289553"/>
              <a:gd name="connsiteY5" fmla="*/ 5486400 h 5486400"/>
              <a:gd name="connsiteX6" fmla="*/ 0 w 5289553"/>
              <a:gd name="connsiteY6" fmla="*/ 5486400 h 5486400"/>
              <a:gd name="connsiteX7" fmla="*/ 0 w 5289553"/>
              <a:gd name="connsiteY7" fmla="*/ 0 h 5486400"/>
              <a:gd name="connsiteX0" fmla="*/ 0 w 5289553"/>
              <a:gd name="connsiteY0" fmla="*/ 0 h 5486400"/>
              <a:gd name="connsiteX1" fmla="*/ 4891236 w 5289553"/>
              <a:gd name="connsiteY1" fmla="*/ 0 h 5486400"/>
              <a:gd name="connsiteX2" fmla="*/ 5289553 w 5289553"/>
              <a:gd name="connsiteY2" fmla="*/ 398317 h 5486400"/>
              <a:gd name="connsiteX3" fmla="*/ 5289553 w 5289553"/>
              <a:gd name="connsiteY3" fmla="*/ 5088083 h 5486400"/>
              <a:gd name="connsiteX4" fmla="*/ 4891236 w 5289553"/>
              <a:gd name="connsiteY4" fmla="*/ 5486400 h 5486400"/>
              <a:gd name="connsiteX5" fmla="*/ 0 w 5289553"/>
              <a:gd name="connsiteY5" fmla="*/ 5486400 h 5486400"/>
              <a:gd name="connsiteX6" fmla="*/ 0 w 5289553"/>
              <a:gd name="connsiteY6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53" h="5486400">
                <a:moveTo>
                  <a:pt x="0" y="0"/>
                </a:moveTo>
                <a:lnTo>
                  <a:pt x="4891236" y="0"/>
                </a:lnTo>
                <a:cubicBezTo>
                  <a:pt x="5111220" y="0"/>
                  <a:pt x="5289553" y="178333"/>
                  <a:pt x="5289553" y="398317"/>
                </a:cubicBezTo>
                <a:lnTo>
                  <a:pt x="5289553" y="5088083"/>
                </a:lnTo>
                <a:cubicBezTo>
                  <a:pt x="5289553" y="5308067"/>
                  <a:pt x="5111220" y="5486400"/>
                  <a:pt x="4891236" y="5486400"/>
                </a:cubicBez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9A19A3F-D81C-2145-8E13-C97F467C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1828801"/>
            <a:ext cx="2762250" cy="1142999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F48F42F-55EA-8FE8-B7B6-20C4D82B1F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81700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0B4D9BB-E211-A631-B329-E46ECA047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B83CE5-FEA0-D679-29E9-FF2F6B0D9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577090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right -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3">
            <a:extLst>
              <a:ext uri="{FF2B5EF4-FFF2-40B4-BE49-F238E27FC236}">
                <a16:creationId xmlns:a16="http://schemas.microsoft.com/office/drawing/2014/main" id="{E8447565-9060-F755-77E5-5041BBCA65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661" t="8300" r="22968" b="38130"/>
          <a:stretch/>
        </p:blipFill>
        <p:spPr>
          <a:xfrm>
            <a:off x="-2" y="0"/>
            <a:ext cx="12191997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1F5DE9-BAA3-E7EC-8381-BB5C5DB754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2FD074-634E-E639-B840-A7D68B295A5D}"/>
              </a:ext>
            </a:extLst>
          </p:cNvPr>
          <p:cNvSpPr/>
          <p:nvPr userDrawn="1"/>
        </p:nvSpPr>
        <p:spPr>
          <a:xfrm flipH="1">
            <a:off x="4" y="0"/>
            <a:ext cx="12191996" cy="6858000"/>
          </a:xfrm>
          <a:prstGeom prst="rect">
            <a:avLst/>
          </a:prstGeom>
          <a:gradFill>
            <a:gsLst>
              <a:gs pos="100000">
                <a:schemeClr val="bg2">
                  <a:alpha val="0"/>
                </a:schemeClr>
              </a:gs>
              <a:gs pos="25000">
                <a:schemeClr val="bg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520B2E-FD08-2370-8D03-61EDE4B5D0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02451" y="685799"/>
            <a:ext cx="5289549" cy="5486401"/>
          </a:xfrm>
          <a:custGeom>
            <a:avLst/>
            <a:gdLst>
              <a:gd name="connsiteX0" fmla="*/ 1974421 w 5289549"/>
              <a:gd name="connsiteY0" fmla="*/ 0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1974421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398317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0" fmla="*/ 398317 w 5289549"/>
              <a:gd name="connsiteY0" fmla="*/ 1 h 5515905"/>
              <a:gd name="connsiteX1" fmla="*/ 5289549 w 5289549"/>
              <a:gd name="connsiteY1" fmla="*/ 0 h 5515905"/>
              <a:gd name="connsiteX2" fmla="*/ 5289549 w 5289549"/>
              <a:gd name="connsiteY2" fmla="*/ 5486399 h 5515905"/>
              <a:gd name="connsiteX3" fmla="*/ 4205453 w 5289549"/>
              <a:gd name="connsiteY3" fmla="*/ 5486399 h 5515905"/>
              <a:gd name="connsiteX4" fmla="*/ 398317 w 5289549"/>
              <a:gd name="connsiteY4" fmla="*/ 5486401 h 5515905"/>
              <a:gd name="connsiteX5" fmla="*/ 0 w 5289549"/>
              <a:gd name="connsiteY5" fmla="*/ 5088084 h 5515905"/>
              <a:gd name="connsiteX6" fmla="*/ 0 w 5289549"/>
              <a:gd name="connsiteY6" fmla="*/ 398318 h 5515905"/>
              <a:gd name="connsiteX7" fmla="*/ 398317 w 5289549"/>
              <a:gd name="connsiteY7" fmla="*/ 1 h 5515905"/>
              <a:gd name="connsiteX0" fmla="*/ 398317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398317 w 5289549"/>
              <a:gd name="connsiteY3" fmla="*/ 5486401 h 5486401"/>
              <a:gd name="connsiteX4" fmla="*/ 0 w 5289549"/>
              <a:gd name="connsiteY4" fmla="*/ 5088084 h 5486401"/>
              <a:gd name="connsiteX5" fmla="*/ 0 w 5289549"/>
              <a:gd name="connsiteY5" fmla="*/ 398318 h 5486401"/>
              <a:gd name="connsiteX6" fmla="*/ 398317 w 5289549"/>
              <a:gd name="connsiteY6" fmla="*/ 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49" h="5486401">
                <a:moveTo>
                  <a:pt x="398317" y="1"/>
                </a:moveTo>
                <a:lnTo>
                  <a:pt x="5289549" y="0"/>
                </a:lnTo>
                <a:lnTo>
                  <a:pt x="5289549" y="5486399"/>
                </a:lnTo>
                <a:lnTo>
                  <a:pt x="398317" y="5486401"/>
                </a:lnTo>
                <a:cubicBezTo>
                  <a:pt x="178333" y="5486401"/>
                  <a:pt x="0" y="5308068"/>
                  <a:pt x="0" y="5088084"/>
                </a:cubicBezTo>
                <a:lnTo>
                  <a:pt x="0" y="398318"/>
                </a:lnTo>
                <a:cubicBezTo>
                  <a:pt x="0" y="178334"/>
                  <a:pt x="178333" y="1"/>
                  <a:pt x="398317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860D6F5-3A52-2C79-3216-E774BB08733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BA030D3-65CA-C417-00B0-53AC5DAF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1"/>
            <a:ext cx="5516032" cy="1142999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7E0F2C0-91FA-62A6-8867-D314015641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436F047-0C5D-FDD1-DF2E-0339E044FF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A977D1D-197B-57CC-CFA0-5CDA7923E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196488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626292-38B2-FC03-6EBC-93CFDFBF4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996930" cy="1541482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CA81D6F1-8D9C-46E4-BD06-CABD5557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8801"/>
            <a:ext cx="5516032" cy="114299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6C73C3A-6805-1249-8EBA-CC4ECBF31C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3321162"/>
            <a:ext cx="5516032" cy="2851038"/>
          </a:xfrm>
        </p:spPr>
        <p:txBody>
          <a:bodyPr/>
          <a:lstStyle>
            <a:lvl1pPr>
              <a:defRPr sz="1600"/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BD2A30-303B-3EB4-3C92-7B1C310A61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02451" y="685799"/>
            <a:ext cx="5289549" cy="5486401"/>
          </a:xfrm>
          <a:custGeom>
            <a:avLst/>
            <a:gdLst>
              <a:gd name="connsiteX0" fmla="*/ 1974421 w 5289549"/>
              <a:gd name="connsiteY0" fmla="*/ 0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1974421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4205453 w 5289549"/>
              <a:gd name="connsiteY3" fmla="*/ 5486399 h 5486401"/>
              <a:gd name="connsiteX4" fmla="*/ 4205434 w 5289549"/>
              <a:gd name="connsiteY4" fmla="*/ 5486401 h 5486401"/>
              <a:gd name="connsiteX5" fmla="*/ 398317 w 5289549"/>
              <a:gd name="connsiteY5" fmla="*/ 5486401 h 5486401"/>
              <a:gd name="connsiteX6" fmla="*/ 0 w 5289549"/>
              <a:gd name="connsiteY6" fmla="*/ 5088084 h 5486401"/>
              <a:gd name="connsiteX7" fmla="*/ 0 w 5289549"/>
              <a:gd name="connsiteY7" fmla="*/ 398318 h 5486401"/>
              <a:gd name="connsiteX8" fmla="*/ 398317 w 5289549"/>
              <a:gd name="connsiteY8" fmla="*/ 1 h 5486401"/>
              <a:gd name="connsiteX9" fmla="*/ 1974421 w 5289549"/>
              <a:gd name="connsiteY9" fmla="*/ 1 h 5486401"/>
              <a:gd name="connsiteX0" fmla="*/ 1974421 w 5289549"/>
              <a:gd name="connsiteY0" fmla="*/ 1 h 5515905"/>
              <a:gd name="connsiteX1" fmla="*/ 5289549 w 5289549"/>
              <a:gd name="connsiteY1" fmla="*/ 0 h 5515905"/>
              <a:gd name="connsiteX2" fmla="*/ 5289549 w 5289549"/>
              <a:gd name="connsiteY2" fmla="*/ 5486399 h 5515905"/>
              <a:gd name="connsiteX3" fmla="*/ 4205453 w 5289549"/>
              <a:gd name="connsiteY3" fmla="*/ 5486399 h 5515905"/>
              <a:gd name="connsiteX4" fmla="*/ 398317 w 5289549"/>
              <a:gd name="connsiteY4" fmla="*/ 5486401 h 5515905"/>
              <a:gd name="connsiteX5" fmla="*/ 0 w 5289549"/>
              <a:gd name="connsiteY5" fmla="*/ 5088084 h 5515905"/>
              <a:gd name="connsiteX6" fmla="*/ 0 w 5289549"/>
              <a:gd name="connsiteY6" fmla="*/ 398318 h 5515905"/>
              <a:gd name="connsiteX7" fmla="*/ 398317 w 5289549"/>
              <a:gd name="connsiteY7" fmla="*/ 1 h 5515905"/>
              <a:gd name="connsiteX8" fmla="*/ 1974421 w 5289549"/>
              <a:gd name="connsiteY8" fmla="*/ 1 h 5515905"/>
              <a:gd name="connsiteX0" fmla="*/ 398317 w 5289549"/>
              <a:gd name="connsiteY0" fmla="*/ 1 h 5515905"/>
              <a:gd name="connsiteX1" fmla="*/ 5289549 w 5289549"/>
              <a:gd name="connsiteY1" fmla="*/ 0 h 5515905"/>
              <a:gd name="connsiteX2" fmla="*/ 5289549 w 5289549"/>
              <a:gd name="connsiteY2" fmla="*/ 5486399 h 5515905"/>
              <a:gd name="connsiteX3" fmla="*/ 4205453 w 5289549"/>
              <a:gd name="connsiteY3" fmla="*/ 5486399 h 5515905"/>
              <a:gd name="connsiteX4" fmla="*/ 398317 w 5289549"/>
              <a:gd name="connsiteY4" fmla="*/ 5486401 h 5515905"/>
              <a:gd name="connsiteX5" fmla="*/ 0 w 5289549"/>
              <a:gd name="connsiteY5" fmla="*/ 5088084 h 5515905"/>
              <a:gd name="connsiteX6" fmla="*/ 0 w 5289549"/>
              <a:gd name="connsiteY6" fmla="*/ 398318 h 5515905"/>
              <a:gd name="connsiteX7" fmla="*/ 398317 w 5289549"/>
              <a:gd name="connsiteY7" fmla="*/ 1 h 5515905"/>
              <a:gd name="connsiteX0" fmla="*/ 398317 w 5289549"/>
              <a:gd name="connsiteY0" fmla="*/ 1 h 5486401"/>
              <a:gd name="connsiteX1" fmla="*/ 5289549 w 5289549"/>
              <a:gd name="connsiteY1" fmla="*/ 0 h 5486401"/>
              <a:gd name="connsiteX2" fmla="*/ 5289549 w 5289549"/>
              <a:gd name="connsiteY2" fmla="*/ 5486399 h 5486401"/>
              <a:gd name="connsiteX3" fmla="*/ 398317 w 5289549"/>
              <a:gd name="connsiteY3" fmla="*/ 5486401 h 5486401"/>
              <a:gd name="connsiteX4" fmla="*/ 0 w 5289549"/>
              <a:gd name="connsiteY4" fmla="*/ 5088084 h 5486401"/>
              <a:gd name="connsiteX5" fmla="*/ 0 w 5289549"/>
              <a:gd name="connsiteY5" fmla="*/ 398318 h 5486401"/>
              <a:gd name="connsiteX6" fmla="*/ 398317 w 5289549"/>
              <a:gd name="connsiteY6" fmla="*/ 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9549" h="5486401">
                <a:moveTo>
                  <a:pt x="398317" y="1"/>
                </a:moveTo>
                <a:lnTo>
                  <a:pt x="5289549" y="0"/>
                </a:lnTo>
                <a:lnTo>
                  <a:pt x="5289549" y="5486399"/>
                </a:lnTo>
                <a:lnTo>
                  <a:pt x="398317" y="5486401"/>
                </a:lnTo>
                <a:cubicBezTo>
                  <a:pt x="178333" y="5486401"/>
                  <a:pt x="0" y="5308068"/>
                  <a:pt x="0" y="5088084"/>
                </a:cubicBezTo>
                <a:lnTo>
                  <a:pt x="0" y="398318"/>
                </a:lnTo>
                <a:cubicBezTo>
                  <a:pt x="0" y="178334"/>
                  <a:pt x="178333" y="1"/>
                  <a:pt x="398317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1AF261-87D0-D6B2-D50E-496A90B683AF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50711E5-F1D4-2B99-2D05-BEB0D8DBA2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1374100"/>
            <a:ext cx="5513916" cy="2286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Supertitle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5884D-B712-8DF3-FE8F-EEF293564D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8789510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showMasterSp="0" preserve="1" userDrawn="1">
  <p:cSld name="Full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17D98B-0293-FD48-8EAC-B510A52962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  <a:ln>
            <a:noFill/>
          </a:ln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1DDC1B-11B9-BB90-1D8D-02977EBD3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302440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25" descr="A city with lights at sunset&#10;&#10;Description automatically generated with medium confidence">
            <a:extLst>
              <a:ext uri="{FF2B5EF4-FFF2-40B4-BE49-F238E27FC236}">
                <a16:creationId xmlns:a16="http://schemas.microsoft.com/office/drawing/2014/main" id="{59B4E70D-A710-912D-7D76-75D953CCBF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CFF69E8-5C82-1662-A367-651309DE8594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8895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ptos" panose="020B0004020202020204" pitchFamily="34" charset="0"/>
              <a:buNone/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375" indent="-233363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651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8513" indent="-173038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9963" indent="-1714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−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DC75D32-1655-DC1D-B7E8-66AA9FF5912F}"/>
              </a:ext>
            </a:extLst>
          </p:cNvPr>
          <p:cNvSpPr/>
          <p:nvPr userDrawn="1"/>
        </p:nvSpPr>
        <p:spPr>
          <a:xfrm>
            <a:off x="4099990" y="0"/>
            <a:ext cx="8092010" cy="6858000"/>
          </a:xfrm>
          <a:custGeom>
            <a:avLst/>
            <a:gdLst>
              <a:gd name="connsiteX0" fmla="*/ 5037612 w 8092010"/>
              <a:gd name="connsiteY0" fmla="*/ 0 h 6858000"/>
              <a:gd name="connsiteX1" fmla="*/ 8092010 w 8092010"/>
              <a:gd name="connsiteY1" fmla="*/ 0 h 6858000"/>
              <a:gd name="connsiteX2" fmla="*/ 8092010 w 8092010"/>
              <a:gd name="connsiteY2" fmla="*/ 6858000 h 6858000"/>
              <a:gd name="connsiteX3" fmla="*/ 0 w 80920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2010" h="6858000">
                <a:moveTo>
                  <a:pt x="5037612" y="0"/>
                </a:moveTo>
                <a:lnTo>
                  <a:pt x="8092010" y="0"/>
                </a:lnTo>
                <a:lnTo>
                  <a:pt x="80920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B73E53-8C8E-60A4-D4BF-D565E134037E}"/>
              </a:ext>
            </a:extLst>
          </p:cNvPr>
          <p:cNvSpPr/>
          <p:nvPr userDrawn="1"/>
        </p:nvSpPr>
        <p:spPr>
          <a:xfrm flipH="1">
            <a:off x="4080175" y="3717759"/>
            <a:ext cx="6006912" cy="3140241"/>
          </a:xfrm>
          <a:custGeom>
            <a:avLst/>
            <a:gdLst>
              <a:gd name="connsiteX0" fmla="*/ 97301 w 6006912"/>
              <a:gd name="connsiteY0" fmla="*/ 0 h 3140241"/>
              <a:gd name="connsiteX1" fmla="*/ 19809 w 6006912"/>
              <a:gd name="connsiteY1" fmla="*/ 154985 h 3140241"/>
              <a:gd name="connsiteX2" fmla="*/ 2258738 w 6006912"/>
              <a:gd name="connsiteY2" fmla="*/ 3140241 h 3140241"/>
              <a:gd name="connsiteX3" fmla="*/ 6006912 w 6006912"/>
              <a:gd name="connsiteY3" fmla="*/ 3140241 h 3140241"/>
              <a:gd name="connsiteX4" fmla="*/ 3713986 w 6006912"/>
              <a:gd name="connsiteY4" fmla="*/ 81143 h 3140241"/>
              <a:gd name="connsiteX5" fmla="*/ 3559002 w 6006912"/>
              <a:gd name="connsiteY5" fmla="*/ 3651 h 31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06912" h="3140241">
                <a:moveTo>
                  <a:pt x="97301" y="0"/>
                </a:moveTo>
                <a:cubicBezTo>
                  <a:pt x="17071" y="0"/>
                  <a:pt x="-28519" y="91163"/>
                  <a:pt x="19809" y="154985"/>
                </a:cubicBezTo>
                <a:lnTo>
                  <a:pt x="2258738" y="3140241"/>
                </a:lnTo>
                <a:lnTo>
                  <a:pt x="6006912" y="3140241"/>
                </a:lnTo>
                <a:lnTo>
                  <a:pt x="3713986" y="81143"/>
                </a:lnTo>
                <a:cubicBezTo>
                  <a:pt x="3677521" y="31903"/>
                  <a:pt x="3620087" y="3651"/>
                  <a:pt x="3559002" y="3651"/>
                </a:cubicBezTo>
                <a:close/>
              </a:path>
            </a:pathLst>
          </a:custGeom>
          <a:gradFill flip="none" rotWithShape="1">
            <a:gsLst>
              <a:gs pos="100000">
                <a:srgbClr val="FF001F"/>
              </a:gs>
              <a:gs pos="0">
                <a:schemeClr val="accent4"/>
              </a:gs>
            </a:gsLst>
            <a:lin ang="18900000" scaled="1"/>
            <a:tileRect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AB5A05-6D71-315F-AEF7-D423F151536D}"/>
              </a:ext>
            </a:extLst>
          </p:cNvPr>
          <p:cNvSpPr/>
          <p:nvPr userDrawn="1"/>
        </p:nvSpPr>
        <p:spPr>
          <a:xfrm>
            <a:off x="1377950" y="1070811"/>
            <a:ext cx="9442450" cy="4716378"/>
          </a:xfrm>
          <a:prstGeom prst="roundRect">
            <a:avLst>
              <a:gd name="adj" fmla="val 4064"/>
            </a:avLst>
          </a:prstGeom>
          <a:solidFill>
            <a:schemeClr val="bg1"/>
          </a:solidFill>
          <a:ln>
            <a:noFill/>
          </a:ln>
          <a:effectLst>
            <a:outerShdw blurRad="635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BC2D-F2CC-F241-64FC-AF430DF2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1" y="2525086"/>
            <a:ext cx="4345148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824887-7F01-7EA0-6C0C-D2DC589B8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81699" y="3247588"/>
            <a:ext cx="4345149" cy="1495862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E29092-489C-BAE1-3EF9-BFF9A51C80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27301" y="3115554"/>
            <a:ext cx="1841499" cy="6268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68FD1B-C1B2-4019-E78E-2850696565BB}"/>
              </a:ext>
            </a:extLst>
          </p:cNvPr>
          <p:cNvCxnSpPr>
            <a:cxnSpLocks/>
          </p:cNvCxnSpPr>
          <p:nvPr userDrawn="1"/>
        </p:nvCxnSpPr>
        <p:spPr>
          <a:xfrm>
            <a:off x="5293453" y="1885950"/>
            <a:ext cx="0" cy="30861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E3B2CF-EC15-EE19-351E-995237C7D2B3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bg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0C8BFA-61D2-3E9E-8135-F5D89D8D9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91807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5ACBF0"/>
          </p15:clr>
        </p15:guide>
        <p15:guide id="2" orient="horz" pos="364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1833C-3D78-394C-0D88-94B6F6B14E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pic>
        <p:nvPicPr>
          <p:cNvPr id="5" name="Picture Placeholder 3">
            <a:extLst>
              <a:ext uri="{FF2B5EF4-FFF2-40B4-BE49-F238E27FC236}">
                <a16:creationId xmlns:a16="http://schemas.microsoft.com/office/drawing/2014/main" id="{51B70C90-F65D-A293-08E3-DF9EF080C6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661" t="11162" r="22968" b="35268"/>
          <a:stretch/>
        </p:blipFill>
        <p:spPr>
          <a:xfrm>
            <a:off x="-2" y="0"/>
            <a:ext cx="1219199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0A1814-41A9-E3CE-7FCD-B65BA7166522}"/>
              </a:ext>
            </a:extLst>
          </p:cNvPr>
          <p:cNvSpPr/>
          <p:nvPr userDrawn="1"/>
        </p:nvSpPr>
        <p:spPr>
          <a:xfrm flipH="1">
            <a:off x="4" y="0"/>
            <a:ext cx="12191996" cy="6858000"/>
          </a:xfrm>
          <a:prstGeom prst="rect">
            <a:avLst/>
          </a:prstGeom>
          <a:gradFill>
            <a:gsLst>
              <a:gs pos="100000">
                <a:schemeClr val="bg2">
                  <a:alpha val="0"/>
                </a:schemeClr>
              </a:gs>
              <a:gs pos="25000">
                <a:schemeClr val="bg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E05240-C131-FC24-71F9-812D1C8090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2336410" y="2971800"/>
            <a:ext cx="2685372" cy="9144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8BA307-0E63-0661-DB80-75814F668BC8}"/>
              </a:ext>
            </a:extLst>
          </p:cNvPr>
          <p:cNvCxnSpPr>
            <a:cxnSpLocks/>
          </p:cNvCxnSpPr>
          <p:nvPr userDrawn="1"/>
        </p:nvCxnSpPr>
        <p:spPr>
          <a:xfrm>
            <a:off x="5981700" y="1885950"/>
            <a:ext cx="0" cy="3086100"/>
          </a:xfrm>
          <a:prstGeom prst="line">
            <a:avLst/>
          </a:prstGeom>
          <a:ln w="9525" cap="flat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81DDEB7D-EEBA-A883-78AC-3E24FCF5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451" y="2525086"/>
            <a:ext cx="4603748" cy="64008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E74310A-0961-9EDA-5CC4-D20C7B07CF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02451" y="3247588"/>
            <a:ext cx="4603749" cy="1495862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36A5A6B-20C2-67C1-7FB6-2056F6EBE8AB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6ADED7-FE7A-D94F-921B-14C9EDA0D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513966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6C7F-39C5-1F4F-B79F-995E3E40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00200"/>
            <a:ext cx="8978899" cy="653901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49A5F2-2C70-9C4A-BC23-B44224EA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743199"/>
            <a:ext cx="2606040" cy="46783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 b="1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76D704-821C-634B-9A90-F6F24A1BB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429000"/>
            <a:ext cx="260604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4CB21C0-27A8-5440-8DF9-7AE05CEC20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072" y="2743199"/>
            <a:ext cx="2606040" cy="46783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 b="1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2C838E0B-2A93-A245-9A1B-80FCA0F64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7072" y="3429000"/>
            <a:ext cx="260604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105A270-B337-C14A-895F-7E7EDA72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48345" y="2743199"/>
            <a:ext cx="2606040" cy="46783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 b="1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8D0A9B6-923B-FE42-9644-7D605F538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8345" y="3429000"/>
            <a:ext cx="260604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328FC-80BB-3E9E-472C-0255020B0EE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743B7-2DB9-10B0-0543-EF78BF8221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93010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HX Blue Statement Su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3A794868-1FA6-8F06-14FC-1AF16066E4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0"/>
            <a:ext cx="13764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A76C7F-39C5-1F4F-B79F-995E3E40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1"/>
            <a:ext cx="9207500" cy="205740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49A5F2-2C70-9C4A-BC23-B44224EA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176337"/>
            <a:ext cx="2533649" cy="70986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76D704-821C-634B-9A90-F6F24A1BB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114799"/>
            <a:ext cx="2533649" cy="20574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4CB21C0-27A8-5440-8DF9-7AE05CEC20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0201" y="3176337"/>
            <a:ext cx="2533649" cy="70986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2C838E0B-2A93-A245-9A1B-80FCA0F64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0201" y="4114799"/>
            <a:ext cx="2533649" cy="20574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105A270-B337-C14A-895F-7E7EDA72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5938" y="3176337"/>
            <a:ext cx="2533649" cy="709863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8D0A9B6-923B-FE42-9644-7D605F538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95938" y="4114799"/>
            <a:ext cx="2533649" cy="20574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328FC-80BB-3E9E-472C-0255020B0EE9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C104413-0778-F84E-13DE-914C400D47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75C8F39-06C9-63A3-4E0E-C3D3EB2838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9319739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 Statement Suppo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16FF29C9-3120-6191-0033-94FBDF76EA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14050" y="0"/>
            <a:ext cx="13764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A76C7F-39C5-1F4F-B79F-995E3E40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1"/>
            <a:ext cx="9207500" cy="205740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749A5F2-2C70-9C4A-BC23-B44224EA61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314700"/>
            <a:ext cx="2533650" cy="5715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76D704-821C-634B-9A90-F6F24A1BB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114799"/>
            <a:ext cx="2533650" cy="205740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4CB21C0-27A8-5440-8DF9-7AE05CEC20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0200" y="3314700"/>
            <a:ext cx="2532125" cy="5715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2C838E0B-2A93-A245-9A1B-80FCA0F64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0200" y="4114799"/>
            <a:ext cx="2532125" cy="205740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105A270-B337-C14A-895F-7E7EDA72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4602" y="3314700"/>
            <a:ext cx="2532126" cy="5715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 Or Delete This Box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8D0A9B6-923B-FE42-9644-7D605F538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94602" y="4114799"/>
            <a:ext cx="2532126" cy="205740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B0DD014-7B81-8F12-F16E-82482B6FABD5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DBA450-4943-8DC6-5A12-B985768DA5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11204049" y="6363085"/>
            <a:ext cx="597951" cy="2036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C899C-795E-3FB2-2586-25A1C7D24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21332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A32F62-3AA6-5CE5-AAB5-CB2CB0906B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E6590-BFA9-114D-A48C-D6A25D57D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7950" y="2480996"/>
            <a:ext cx="5753100" cy="2091003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20000"/>
              </a:lnSpc>
              <a:defRPr sz="2000" b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Impactful quote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C7934-114D-11E8-9F77-7C5B28779907}"/>
              </a:ext>
            </a:extLst>
          </p:cNvPr>
          <p:cNvGrpSpPr/>
          <p:nvPr userDrawn="1"/>
        </p:nvGrpSpPr>
        <p:grpSpPr>
          <a:xfrm>
            <a:off x="7456900" y="685799"/>
            <a:ext cx="4733576" cy="5486402"/>
            <a:chOff x="7456900" y="685799"/>
            <a:chExt cx="4733576" cy="5486402"/>
          </a:xfrm>
        </p:grpSpPr>
        <p:pic>
          <p:nvPicPr>
            <p:cNvPr id="7" name="Picture 6" descr="A close up of lights&#10;&#10;Description automatically generated">
              <a:extLst>
                <a:ext uri="{FF2B5EF4-FFF2-40B4-BE49-F238E27FC236}">
                  <a16:creationId xmlns:a16="http://schemas.microsoft.com/office/drawing/2014/main" id="{6911EAB2-5315-AB6B-ABE1-B7456C13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56900" y="685800"/>
              <a:ext cx="4733576" cy="5486401"/>
            </a:xfrm>
            <a:custGeom>
              <a:avLst/>
              <a:gdLst>
                <a:gd name="connsiteX0" fmla="*/ 3598734 w 4733576"/>
                <a:gd name="connsiteY0" fmla="*/ 3075118 h 5486401"/>
                <a:gd name="connsiteX1" fmla="*/ 3626424 w 4733576"/>
                <a:gd name="connsiteY1" fmla="*/ 3089109 h 5486401"/>
                <a:gd name="connsiteX2" fmla="*/ 4733576 w 4733576"/>
                <a:gd name="connsiteY2" fmla="*/ 4565387 h 5486401"/>
                <a:gd name="connsiteX3" fmla="*/ 4733576 w 4733576"/>
                <a:gd name="connsiteY3" fmla="*/ 5486401 h 5486401"/>
                <a:gd name="connsiteX4" fmla="*/ 4117061 w 4733576"/>
                <a:gd name="connsiteY4" fmla="*/ 5486401 h 5486401"/>
                <a:gd name="connsiteX5" fmla="*/ 4061450 w 4733576"/>
                <a:gd name="connsiteY5" fmla="*/ 5458587 h 5486401"/>
                <a:gd name="connsiteX6" fmla="*/ 2942132 w 4733576"/>
                <a:gd name="connsiteY6" fmla="*/ 3968669 h 5486401"/>
                <a:gd name="connsiteX7" fmla="*/ 2942132 w 4733576"/>
                <a:gd name="connsiteY7" fmla="*/ 3927123 h 5486401"/>
                <a:gd name="connsiteX8" fmla="*/ 3570813 w 4733576"/>
                <a:gd name="connsiteY8" fmla="*/ 3089109 h 5486401"/>
                <a:gd name="connsiteX9" fmla="*/ 3598734 w 4733576"/>
                <a:gd name="connsiteY9" fmla="*/ 3075118 h 5486401"/>
                <a:gd name="connsiteX10" fmla="*/ 4733576 w 4733576"/>
                <a:gd name="connsiteY10" fmla="*/ 654 h 5486401"/>
                <a:gd name="connsiteX11" fmla="*/ 4733576 w 4733576"/>
                <a:gd name="connsiteY11" fmla="*/ 920574 h 5486401"/>
                <a:gd name="connsiteX12" fmla="*/ 3626094 w 4733576"/>
                <a:gd name="connsiteY12" fmla="*/ 2397292 h 5486401"/>
                <a:gd name="connsiteX13" fmla="*/ 3570483 w 4733576"/>
                <a:gd name="connsiteY13" fmla="*/ 2397292 h 5486401"/>
                <a:gd name="connsiteX14" fmla="*/ 3570154 w 4733576"/>
                <a:gd name="connsiteY14" fmla="*/ 2397292 h 5486401"/>
                <a:gd name="connsiteX15" fmla="*/ 2941472 w 4733576"/>
                <a:gd name="connsiteY15" fmla="*/ 1558949 h 5486401"/>
                <a:gd name="connsiteX16" fmla="*/ 2941472 w 4733576"/>
                <a:gd name="connsiteY16" fmla="*/ 1517402 h 5486401"/>
                <a:gd name="connsiteX17" fmla="*/ 4060478 w 4733576"/>
                <a:gd name="connsiteY17" fmla="*/ 29118 h 5486401"/>
                <a:gd name="connsiteX18" fmla="*/ 4116070 w 4733576"/>
                <a:gd name="connsiteY18" fmla="*/ 1304 h 5486401"/>
                <a:gd name="connsiteX19" fmla="*/ 34899 w 4733576"/>
                <a:gd name="connsiteY19" fmla="*/ 0 h 5486401"/>
                <a:gd name="connsiteX20" fmla="*/ 1276895 w 4733576"/>
                <a:gd name="connsiteY20" fmla="*/ 1304 h 5486401"/>
                <a:gd name="connsiteX21" fmla="*/ 1332487 w 4733576"/>
                <a:gd name="connsiteY21" fmla="*/ 29118 h 5486401"/>
                <a:gd name="connsiteX22" fmla="*/ 3366712 w 4733576"/>
                <a:gd name="connsiteY22" fmla="*/ 2743035 h 5486401"/>
                <a:gd name="connsiteX23" fmla="*/ 1332819 w 4733576"/>
                <a:gd name="connsiteY23" fmla="*/ 5458275 h 5486401"/>
                <a:gd name="connsiteX24" fmla="*/ 1277208 w 4733576"/>
                <a:gd name="connsiteY24" fmla="*/ 5486070 h 5486401"/>
                <a:gd name="connsiteX25" fmla="*/ 34899 w 4733576"/>
                <a:gd name="connsiteY25" fmla="*/ 5486070 h 5486401"/>
                <a:gd name="connsiteX26" fmla="*/ 7102 w 4733576"/>
                <a:gd name="connsiteY26" fmla="*/ 5430459 h 5486401"/>
                <a:gd name="connsiteX27" fmla="*/ 2022674 w 4733576"/>
                <a:gd name="connsiteY27" fmla="*/ 2743035 h 5486401"/>
                <a:gd name="connsiteX28" fmla="*/ 7102 w 4733576"/>
                <a:gd name="connsiteY28" fmla="*/ 55611 h 5486401"/>
                <a:gd name="connsiteX29" fmla="*/ 34899 w 4733576"/>
                <a:gd name="connsiteY29" fmla="*/ 0 h 548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33576" h="5486401">
                  <a:moveTo>
                    <a:pt x="3598734" y="3075118"/>
                  </a:moveTo>
                  <a:cubicBezTo>
                    <a:pt x="3609162" y="3075118"/>
                    <a:pt x="3619549" y="3079783"/>
                    <a:pt x="3626424" y="3089109"/>
                  </a:cubicBezTo>
                  <a:lnTo>
                    <a:pt x="4733576" y="4565387"/>
                  </a:lnTo>
                  <a:lnTo>
                    <a:pt x="4733576" y="5486401"/>
                  </a:lnTo>
                  <a:lnTo>
                    <a:pt x="4117061" y="5486401"/>
                  </a:lnTo>
                  <a:cubicBezTo>
                    <a:pt x="4095140" y="5486401"/>
                    <a:pt x="4074540" y="5475936"/>
                    <a:pt x="4061450" y="5458587"/>
                  </a:cubicBezTo>
                  <a:lnTo>
                    <a:pt x="2942132" y="3968669"/>
                  </a:lnTo>
                  <a:cubicBezTo>
                    <a:pt x="2932969" y="3956241"/>
                    <a:pt x="2932969" y="3939551"/>
                    <a:pt x="2942132" y="3927123"/>
                  </a:cubicBezTo>
                  <a:lnTo>
                    <a:pt x="3570813" y="3089109"/>
                  </a:lnTo>
                  <a:cubicBezTo>
                    <a:pt x="3577844" y="3079783"/>
                    <a:pt x="3588309" y="3075118"/>
                    <a:pt x="3598734" y="3075118"/>
                  </a:cubicBezTo>
                  <a:close/>
                  <a:moveTo>
                    <a:pt x="4733576" y="654"/>
                  </a:moveTo>
                  <a:lnTo>
                    <a:pt x="4733576" y="920574"/>
                  </a:lnTo>
                  <a:lnTo>
                    <a:pt x="3626094" y="2397292"/>
                  </a:lnTo>
                  <a:cubicBezTo>
                    <a:pt x="3612013" y="2415945"/>
                    <a:pt x="3584216" y="2415945"/>
                    <a:pt x="3570483" y="2397292"/>
                  </a:cubicBezTo>
                  <a:lnTo>
                    <a:pt x="3570154" y="2397292"/>
                  </a:lnTo>
                  <a:lnTo>
                    <a:pt x="2941472" y="1558949"/>
                  </a:lnTo>
                  <a:cubicBezTo>
                    <a:pt x="2932310" y="1546520"/>
                    <a:pt x="2932310" y="1529831"/>
                    <a:pt x="2941472" y="1517402"/>
                  </a:cubicBezTo>
                  <a:lnTo>
                    <a:pt x="4060478" y="29118"/>
                  </a:lnTo>
                  <a:cubicBezTo>
                    <a:pt x="4073551" y="11769"/>
                    <a:pt x="4094168" y="1304"/>
                    <a:pt x="4116070" y="1304"/>
                  </a:cubicBezTo>
                  <a:close/>
                  <a:moveTo>
                    <a:pt x="34899" y="0"/>
                  </a:moveTo>
                  <a:lnTo>
                    <a:pt x="1276895" y="1304"/>
                  </a:lnTo>
                  <a:cubicBezTo>
                    <a:pt x="1298797" y="1304"/>
                    <a:pt x="1319416" y="11456"/>
                    <a:pt x="1332487" y="29118"/>
                  </a:cubicBezTo>
                  <a:lnTo>
                    <a:pt x="3366712" y="2743035"/>
                  </a:lnTo>
                  <a:lnTo>
                    <a:pt x="1332819" y="5458275"/>
                  </a:lnTo>
                  <a:cubicBezTo>
                    <a:pt x="1319746" y="5475605"/>
                    <a:pt x="1299129" y="5486070"/>
                    <a:pt x="1277208" y="5486070"/>
                  </a:cubicBezTo>
                  <a:lnTo>
                    <a:pt x="34899" y="5486070"/>
                  </a:lnTo>
                  <a:cubicBezTo>
                    <a:pt x="6130" y="5486070"/>
                    <a:pt x="-10228" y="5453354"/>
                    <a:pt x="7102" y="5430459"/>
                  </a:cubicBezTo>
                  <a:lnTo>
                    <a:pt x="2022674" y="2743035"/>
                  </a:lnTo>
                  <a:lnTo>
                    <a:pt x="7102" y="55611"/>
                  </a:lnTo>
                  <a:cubicBezTo>
                    <a:pt x="-10228" y="32718"/>
                    <a:pt x="6130" y="0"/>
                    <a:pt x="34899" y="0"/>
                  </a:cubicBezTo>
                  <a:close/>
                </a:path>
              </a:pathLst>
            </a:cu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8DD72FE-C1EF-FC84-FC45-EE62BEB79855}"/>
                </a:ext>
              </a:extLst>
            </p:cNvPr>
            <p:cNvSpPr/>
            <p:nvPr/>
          </p:nvSpPr>
          <p:spPr>
            <a:xfrm>
              <a:off x="7456901" y="685799"/>
              <a:ext cx="3366696" cy="5486069"/>
            </a:xfrm>
            <a:custGeom>
              <a:avLst/>
              <a:gdLst>
                <a:gd name="connsiteX0" fmla="*/ 72578 w 183377"/>
                <a:gd name="connsiteY0" fmla="*/ 1586 h 298816"/>
                <a:gd name="connsiteX1" fmla="*/ 69550 w 183377"/>
                <a:gd name="connsiteY1" fmla="*/ 71 h 298816"/>
                <a:gd name="connsiteX2" fmla="*/ 1901 w 183377"/>
                <a:gd name="connsiteY2" fmla="*/ 0 h 298816"/>
                <a:gd name="connsiteX3" fmla="*/ 387 w 183377"/>
                <a:gd name="connsiteY3" fmla="*/ 3029 h 298816"/>
                <a:gd name="connsiteX4" fmla="*/ 110171 w 183377"/>
                <a:gd name="connsiteY4" fmla="*/ 149408 h 298816"/>
                <a:gd name="connsiteX5" fmla="*/ 387 w 183377"/>
                <a:gd name="connsiteY5" fmla="*/ 295787 h 298816"/>
                <a:gd name="connsiteX6" fmla="*/ 1901 w 183377"/>
                <a:gd name="connsiteY6" fmla="*/ 298816 h 298816"/>
                <a:gd name="connsiteX7" fmla="*/ 69567 w 183377"/>
                <a:gd name="connsiteY7" fmla="*/ 298816 h 298816"/>
                <a:gd name="connsiteX8" fmla="*/ 72596 w 183377"/>
                <a:gd name="connsiteY8" fmla="*/ 297302 h 298816"/>
                <a:gd name="connsiteX9" fmla="*/ 183378 w 183377"/>
                <a:gd name="connsiteY9" fmla="*/ 149408 h 298816"/>
                <a:gd name="connsiteX10" fmla="*/ 72578 w 183377"/>
                <a:gd name="connsiteY10" fmla="*/ 1586 h 29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377" h="298816">
                  <a:moveTo>
                    <a:pt x="72578" y="1586"/>
                  </a:moveTo>
                  <a:cubicBezTo>
                    <a:pt x="71866" y="624"/>
                    <a:pt x="70743" y="71"/>
                    <a:pt x="69550" y="71"/>
                  </a:cubicBezTo>
                  <a:lnTo>
                    <a:pt x="1901" y="0"/>
                  </a:lnTo>
                  <a:cubicBezTo>
                    <a:pt x="334" y="0"/>
                    <a:pt x="-557" y="1782"/>
                    <a:pt x="387" y="3029"/>
                  </a:cubicBezTo>
                  <a:lnTo>
                    <a:pt x="110171" y="149408"/>
                  </a:lnTo>
                  <a:lnTo>
                    <a:pt x="387" y="295787"/>
                  </a:lnTo>
                  <a:cubicBezTo>
                    <a:pt x="-557" y="297034"/>
                    <a:pt x="334" y="298816"/>
                    <a:pt x="1901" y="298816"/>
                  </a:cubicBezTo>
                  <a:lnTo>
                    <a:pt x="69567" y="298816"/>
                  </a:lnTo>
                  <a:cubicBezTo>
                    <a:pt x="70761" y="298816"/>
                    <a:pt x="71884" y="298246"/>
                    <a:pt x="72596" y="297302"/>
                  </a:cubicBezTo>
                  <a:lnTo>
                    <a:pt x="183378" y="149408"/>
                  </a:lnTo>
                  <a:lnTo>
                    <a:pt x="72578" y="1586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75000"/>
                  </a:schemeClr>
                </a:gs>
                <a:gs pos="100000">
                  <a:srgbClr val="FF001F">
                    <a:alpha val="75000"/>
                  </a:srgb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11E15F-A651-6687-CFB7-31081C62DBD2}"/>
              </a:ext>
            </a:extLst>
          </p:cNvPr>
          <p:cNvSpPr/>
          <p:nvPr userDrawn="1"/>
        </p:nvSpPr>
        <p:spPr>
          <a:xfrm>
            <a:off x="1377950" y="1609625"/>
            <a:ext cx="671289" cy="497207"/>
          </a:xfrm>
          <a:custGeom>
            <a:avLst/>
            <a:gdLst>
              <a:gd name="connsiteX0" fmla="*/ 708302 w 831989"/>
              <a:gd name="connsiteY0" fmla="*/ 616235 h 616234"/>
              <a:gd name="connsiteX1" fmla="*/ 569465 w 831989"/>
              <a:gd name="connsiteY1" fmla="*/ 616235 h 616234"/>
              <a:gd name="connsiteX2" fmla="*/ 446071 w 831989"/>
              <a:gd name="connsiteY2" fmla="*/ 492841 h 616234"/>
              <a:gd name="connsiteX3" fmla="*/ 446071 w 831989"/>
              <a:gd name="connsiteY3" fmla="*/ 401214 h 616234"/>
              <a:gd name="connsiteX4" fmla="*/ 564465 w 831989"/>
              <a:gd name="connsiteY4" fmla="*/ 119570 h 616234"/>
              <a:gd name="connsiteX5" fmla="*/ 574907 w 831989"/>
              <a:gd name="connsiteY5" fmla="*/ 107657 h 616234"/>
              <a:gd name="connsiteX6" fmla="*/ 673005 w 831989"/>
              <a:gd name="connsiteY6" fmla="*/ 9266 h 616234"/>
              <a:gd name="connsiteX7" fmla="*/ 697713 w 831989"/>
              <a:gd name="connsiteY7" fmla="*/ 0 h 616234"/>
              <a:gd name="connsiteX8" fmla="*/ 724333 w 831989"/>
              <a:gd name="connsiteY8" fmla="*/ 16178 h 616234"/>
              <a:gd name="connsiteX9" fmla="*/ 738746 w 831989"/>
              <a:gd name="connsiteY9" fmla="*/ 53387 h 616234"/>
              <a:gd name="connsiteX10" fmla="*/ 735364 w 831989"/>
              <a:gd name="connsiteY10" fmla="*/ 101921 h 616234"/>
              <a:gd name="connsiteX11" fmla="*/ 702125 w 831989"/>
              <a:gd name="connsiteY11" fmla="*/ 155014 h 616234"/>
              <a:gd name="connsiteX12" fmla="*/ 666680 w 831989"/>
              <a:gd name="connsiteY12" fmla="*/ 223256 h 616234"/>
              <a:gd name="connsiteX13" fmla="*/ 666533 w 831989"/>
              <a:gd name="connsiteY13" fmla="*/ 230757 h 616234"/>
              <a:gd name="connsiteX14" fmla="*/ 708596 w 831989"/>
              <a:gd name="connsiteY14" fmla="*/ 230610 h 616234"/>
              <a:gd name="connsiteX15" fmla="*/ 831990 w 831989"/>
              <a:gd name="connsiteY15" fmla="*/ 354004 h 616234"/>
              <a:gd name="connsiteX16" fmla="*/ 831990 w 831989"/>
              <a:gd name="connsiteY16" fmla="*/ 492841 h 616234"/>
              <a:gd name="connsiteX17" fmla="*/ 708302 w 831989"/>
              <a:gd name="connsiteY17" fmla="*/ 616235 h 616234"/>
              <a:gd name="connsiteX18" fmla="*/ 697418 w 831989"/>
              <a:gd name="connsiteY18" fmla="*/ 21620 h 616234"/>
              <a:gd name="connsiteX19" fmla="*/ 686682 w 831989"/>
              <a:gd name="connsiteY19" fmla="*/ 25738 h 616234"/>
              <a:gd name="connsiteX20" fmla="*/ 591085 w 831989"/>
              <a:gd name="connsiteY20" fmla="*/ 121776 h 616234"/>
              <a:gd name="connsiteX21" fmla="*/ 580643 w 831989"/>
              <a:gd name="connsiteY21" fmla="*/ 133836 h 616234"/>
              <a:gd name="connsiteX22" fmla="*/ 467691 w 831989"/>
              <a:gd name="connsiteY22" fmla="*/ 401214 h 616234"/>
              <a:gd name="connsiteX23" fmla="*/ 467691 w 831989"/>
              <a:gd name="connsiteY23" fmla="*/ 492841 h 616234"/>
              <a:gd name="connsiteX24" fmla="*/ 569465 w 831989"/>
              <a:gd name="connsiteY24" fmla="*/ 594615 h 616234"/>
              <a:gd name="connsiteX25" fmla="*/ 708302 w 831989"/>
              <a:gd name="connsiteY25" fmla="*/ 594615 h 616234"/>
              <a:gd name="connsiteX26" fmla="*/ 810076 w 831989"/>
              <a:gd name="connsiteY26" fmla="*/ 492841 h 616234"/>
              <a:gd name="connsiteX27" fmla="*/ 810076 w 831989"/>
              <a:gd name="connsiteY27" fmla="*/ 354004 h 616234"/>
              <a:gd name="connsiteX28" fmla="*/ 708302 w 831989"/>
              <a:gd name="connsiteY28" fmla="*/ 252230 h 616234"/>
              <a:gd name="connsiteX29" fmla="*/ 666828 w 831989"/>
              <a:gd name="connsiteY29" fmla="*/ 252230 h 616234"/>
              <a:gd name="connsiteX30" fmla="*/ 648884 w 831989"/>
              <a:gd name="connsiteY30" fmla="*/ 243699 h 616234"/>
              <a:gd name="connsiteX31" fmla="*/ 645649 w 831989"/>
              <a:gd name="connsiteY31" fmla="*/ 217226 h 616234"/>
              <a:gd name="connsiteX32" fmla="*/ 683741 w 831989"/>
              <a:gd name="connsiteY32" fmla="*/ 143396 h 616234"/>
              <a:gd name="connsiteX33" fmla="*/ 716685 w 831989"/>
              <a:gd name="connsiteY33" fmla="*/ 90744 h 616234"/>
              <a:gd name="connsiteX34" fmla="*/ 717568 w 831989"/>
              <a:gd name="connsiteY34" fmla="*/ 58682 h 616234"/>
              <a:gd name="connsiteX35" fmla="*/ 704919 w 831989"/>
              <a:gd name="connsiteY35" fmla="*/ 26179 h 616234"/>
              <a:gd name="connsiteX36" fmla="*/ 697418 w 831989"/>
              <a:gd name="connsiteY36" fmla="*/ 21620 h 616234"/>
              <a:gd name="connsiteX37" fmla="*/ 262230 w 831989"/>
              <a:gd name="connsiteY37" fmla="*/ 616235 h 616234"/>
              <a:gd name="connsiteX38" fmla="*/ 123394 w 831989"/>
              <a:gd name="connsiteY38" fmla="*/ 616235 h 616234"/>
              <a:gd name="connsiteX39" fmla="*/ 0 w 831989"/>
              <a:gd name="connsiteY39" fmla="*/ 492841 h 616234"/>
              <a:gd name="connsiteX40" fmla="*/ 0 w 831989"/>
              <a:gd name="connsiteY40" fmla="*/ 401214 h 616234"/>
              <a:gd name="connsiteX41" fmla="*/ 118394 w 831989"/>
              <a:gd name="connsiteY41" fmla="*/ 119570 h 616234"/>
              <a:gd name="connsiteX42" fmla="*/ 128689 w 831989"/>
              <a:gd name="connsiteY42" fmla="*/ 107804 h 616234"/>
              <a:gd name="connsiteX43" fmla="*/ 226786 w 831989"/>
              <a:gd name="connsiteY43" fmla="*/ 9266 h 616234"/>
              <a:gd name="connsiteX44" fmla="*/ 251494 w 831989"/>
              <a:gd name="connsiteY44" fmla="*/ 0 h 616234"/>
              <a:gd name="connsiteX45" fmla="*/ 278114 w 831989"/>
              <a:gd name="connsiteY45" fmla="*/ 16178 h 616234"/>
              <a:gd name="connsiteX46" fmla="*/ 292527 w 831989"/>
              <a:gd name="connsiteY46" fmla="*/ 53387 h 616234"/>
              <a:gd name="connsiteX47" fmla="*/ 289145 w 831989"/>
              <a:gd name="connsiteY47" fmla="*/ 101921 h 616234"/>
              <a:gd name="connsiteX48" fmla="*/ 255907 w 831989"/>
              <a:gd name="connsiteY48" fmla="*/ 155014 h 616234"/>
              <a:gd name="connsiteX49" fmla="*/ 220462 w 831989"/>
              <a:gd name="connsiteY49" fmla="*/ 223256 h 616234"/>
              <a:gd name="connsiteX50" fmla="*/ 220315 w 831989"/>
              <a:gd name="connsiteY50" fmla="*/ 230757 h 616234"/>
              <a:gd name="connsiteX51" fmla="*/ 262378 w 831989"/>
              <a:gd name="connsiteY51" fmla="*/ 230610 h 616234"/>
              <a:gd name="connsiteX52" fmla="*/ 385771 w 831989"/>
              <a:gd name="connsiteY52" fmla="*/ 354004 h 616234"/>
              <a:gd name="connsiteX53" fmla="*/ 385771 w 831989"/>
              <a:gd name="connsiteY53" fmla="*/ 492841 h 616234"/>
              <a:gd name="connsiteX54" fmla="*/ 262230 w 831989"/>
              <a:gd name="connsiteY54" fmla="*/ 616235 h 616234"/>
              <a:gd name="connsiteX55" fmla="*/ 251347 w 831989"/>
              <a:gd name="connsiteY55" fmla="*/ 21620 h 616234"/>
              <a:gd name="connsiteX56" fmla="*/ 240611 w 831989"/>
              <a:gd name="connsiteY56" fmla="*/ 25738 h 616234"/>
              <a:gd name="connsiteX57" fmla="*/ 144867 w 831989"/>
              <a:gd name="connsiteY57" fmla="*/ 121923 h 616234"/>
              <a:gd name="connsiteX58" fmla="*/ 134572 w 831989"/>
              <a:gd name="connsiteY58" fmla="*/ 133836 h 616234"/>
              <a:gd name="connsiteX59" fmla="*/ 21620 w 831989"/>
              <a:gd name="connsiteY59" fmla="*/ 401214 h 616234"/>
              <a:gd name="connsiteX60" fmla="*/ 21620 w 831989"/>
              <a:gd name="connsiteY60" fmla="*/ 492841 h 616234"/>
              <a:gd name="connsiteX61" fmla="*/ 123394 w 831989"/>
              <a:gd name="connsiteY61" fmla="*/ 594615 h 616234"/>
              <a:gd name="connsiteX62" fmla="*/ 262230 w 831989"/>
              <a:gd name="connsiteY62" fmla="*/ 594615 h 616234"/>
              <a:gd name="connsiteX63" fmla="*/ 364005 w 831989"/>
              <a:gd name="connsiteY63" fmla="*/ 492841 h 616234"/>
              <a:gd name="connsiteX64" fmla="*/ 364005 w 831989"/>
              <a:gd name="connsiteY64" fmla="*/ 354004 h 616234"/>
              <a:gd name="connsiteX65" fmla="*/ 262230 w 831989"/>
              <a:gd name="connsiteY65" fmla="*/ 252230 h 616234"/>
              <a:gd name="connsiteX66" fmla="*/ 220903 w 831989"/>
              <a:gd name="connsiteY66" fmla="*/ 252230 h 616234"/>
              <a:gd name="connsiteX67" fmla="*/ 203107 w 831989"/>
              <a:gd name="connsiteY67" fmla="*/ 243699 h 616234"/>
              <a:gd name="connsiteX68" fmla="*/ 199724 w 831989"/>
              <a:gd name="connsiteY68" fmla="*/ 217226 h 616234"/>
              <a:gd name="connsiteX69" fmla="*/ 237816 w 831989"/>
              <a:gd name="connsiteY69" fmla="*/ 143396 h 616234"/>
              <a:gd name="connsiteX70" fmla="*/ 270761 w 831989"/>
              <a:gd name="connsiteY70" fmla="*/ 90744 h 616234"/>
              <a:gd name="connsiteX71" fmla="*/ 271643 w 831989"/>
              <a:gd name="connsiteY71" fmla="*/ 58682 h 616234"/>
              <a:gd name="connsiteX72" fmla="*/ 258995 w 831989"/>
              <a:gd name="connsiteY72" fmla="*/ 26179 h 616234"/>
              <a:gd name="connsiteX73" fmla="*/ 251347 w 831989"/>
              <a:gd name="connsiteY73" fmla="*/ 21620 h 61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1989" h="616234">
                <a:moveTo>
                  <a:pt x="708302" y="616235"/>
                </a:moveTo>
                <a:lnTo>
                  <a:pt x="569465" y="616235"/>
                </a:lnTo>
                <a:cubicBezTo>
                  <a:pt x="501518" y="616235"/>
                  <a:pt x="446071" y="560935"/>
                  <a:pt x="446071" y="492841"/>
                </a:cubicBezTo>
                <a:lnTo>
                  <a:pt x="446071" y="401214"/>
                </a:lnTo>
                <a:cubicBezTo>
                  <a:pt x="446071" y="305470"/>
                  <a:pt x="486958" y="208108"/>
                  <a:pt x="564465" y="119570"/>
                </a:cubicBezTo>
                <a:lnTo>
                  <a:pt x="574907" y="107657"/>
                </a:lnTo>
                <a:cubicBezTo>
                  <a:pt x="597115" y="81919"/>
                  <a:pt x="624765" y="50005"/>
                  <a:pt x="673005" y="9266"/>
                </a:cubicBezTo>
                <a:cubicBezTo>
                  <a:pt x="679917" y="3383"/>
                  <a:pt x="688888" y="0"/>
                  <a:pt x="697713" y="0"/>
                </a:cubicBezTo>
                <a:cubicBezTo>
                  <a:pt x="709331" y="0"/>
                  <a:pt x="719038" y="5883"/>
                  <a:pt x="724333" y="16178"/>
                </a:cubicBezTo>
                <a:cubicBezTo>
                  <a:pt x="730804" y="28679"/>
                  <a:pt x="735657" y="41180"/>
                  <a:pt x="738746" y="53387"/>
                </a:cubicBezTo>
                <a:cubicBezTo>
                  <a:pt x="743893" y="73830"/>
                  <a:pt x="742864" y="89714"/>
                  <a:pt x="735364" y="101921"/>
                </a:cubicBezTo>
                <a:cubicBezTo>
                  <a:pt x="721833" y="124276"/>
                  <a:pt x="710949" y="141190"/>
                  <a:pt x="702125" y="155014"/>
                </a:cubicBezTo>
                <a:cubicBezTo>
                  <a:pt x="682417" y="185753"/>
                  <a:pt x="673446" y="199725"/>
                  <a:pt x="666680" y="223256"/>
                </a:cubicBezTo>
                <a:cubicBezTo>
                  <a:pt x="665504" y="227521"/>
                  <a:pt x="666092" y="230316"/>
                  <a:pt x="666533" y="230757"/>
                </a:cubicBezTo>
                <a:lnTo>
                  <a:pt x="708596" y="230610"/>
                </a:lnTo>
                <a:cubicBezTo>
                  <a:pt x="776544" y="230610"/>
                  <a:pt x="831990" y="285909"/>
                  <a:pt x="831990" y="354004"/>
                </a:cubicBezTo>
                <a:lnTo>
                  <a:pt x="831990" y="492841"/>
                </a:lnTo>
                <a:cubicBezTo>
                  <a:pt x="831549" y="560935"/>
                  <a:pt x="776249" y="616235"/>
                  <a:pt x="708302" y="616235"/>
                </a:cubicBezTo>
                <a:close/>
                <a:moveTo>
                  <a:pt x="697418" y="21620"/>
                </a:moveTo>
                <a:cubicBezTo>
                  <a:pt x="693889" y="21620"/>
                  <a:pt x="689771" y="23238"/>
                  <a:pt x="686682" y="25738"/>
                </a:cubicBezTo>
                <a:cubicBezTo>
                  <a:pt x="639766" y="65447"/>
                  <a:pt x="613881" y="95303"/>
                  <a:pt x="591085" y="121776"/>
                </a:cubicBezTo>
                <a:lnTo>
                  <a:pt x="580643" y="133836"/>
                </a:lnTo>
                <a:cubicBezTo>
                  <a:pt x="529167" y="192665"/>
                  <a:pt x="467691" y="286939"/>
                  <a:pt x="467691" y="401214"/>
                </a:cubicBezTo>
                <a:lnTo>
                  <a:pt x="467691" y="492841"/>
                </a:lnTo>
                <a:cubicBezTo>
                  <a:pt x="467691" y="549022"/>
                  <a:pt x="513284" y="594615"/>
                  <a:pt x="569465" y="594615"/>
                </a:cubicBezTo>
                <a:lnTo>
                  <a:pt x="708302" y="594615"/>
                </a:lnTo>
                <a:cubicBezTo>
                  <a:pt x="764336" y="594615"/>
                  <a:pt x="810076" y="549022"/>
                  <a:pt x="810076" y="492841"/>
                </a:cubicBezTo>
                <a:lnTo>
                  <a:pt x="810076" y="354004"/>
                </a:lnTo>
                <a:cubicBezTo>
                  <a:pt x="810076" y="297822"/>
                  <a:pt x="764484" y="252230"/>
                  <a:pt x="708302" y="252230"/>
                </a:cubicBezTo>
                <a:lnTo>
                  <a:pt x="666828" y="252230"/>
                </a:lnTo>
                <a:cubicBezTo>
                  <a:pt x="659474" y="252230"/>
                  <a:pt x="653003" y="249141"/>
                  <a:pt x="648884" y="243699"/>
                </a:cubicBezTo>
                <a:cubicBezTo>
                  <a:pt x="643884" y="236934"/>
                  <a:pt x="642561" y="227375"/>
                  <a:pt x="645649" y="217226"/>
                </a:cubicBezTo>
                <a:cubicBezTo>
                  <a:pt x="653297" y="190753"/>
                  <a:pt x="663445" y="175017"/>
                  <a:pt x="683741" y="143396"/>
                </a:cubicBezTo>
                <a:cubicBezTo>
                  <a:pt x="692565" y="129718"/>
                  <a:pt x="703301" y="112952"/>
                  <a:pt x="716685" y="90744"/>
                </a:cubicBezTo>
                <a:cubicBezTo>
                  <a:pt x="720950" y="83684"/>
                  <a:pt x="721244" y="73242"/>
                  <a:pt x="717568" y="58682"/>
                </a:cubicBezTo>
                <a:cubicBezTo>
                  <a:pt x="714921" y="48093"/>
                  <a:pt x="710655" y="37209"/>
                  <a:pt x="704919" y="26179"/>
                </a:cubicBezTo>
                <a:cubicBezTo>
                  <a:pt x="703890" y="24120"/>
                  <a:pt x="702125" y="21620"/>
                  <a:pt x="697418" y="21620"/>
                </a:cubicBezTo>
                <a:close/>
                <a:moveTo>
                  <a:pt x="262230" y="616235"/>
                </a:moveTo>
                <a:lnTo>
                  <a:pt x="123394" y="616235"/>
                </a:lnTo>
                <a:cubicBezTo>
                  <a:pt x="55446" y="616235"/>
                  <a:pt x="0" y="560935"/>
                  <a:pt x="0" y="492841"/>
                </a:cubicBezTo>
                <a:lnTo>
                  <a:pt x="0" y="401214"/>
                </a:lnTo>
                <a:cubicBezTo>
                  <a:pt x="0" y="305470"/>
                  <a:pt x="40886" y="208108"/>
                  <a:pt x="118394" y="119570"/>
                </a:cubicBezTo>
                <a:lnTo>
                  <a:pt x="128689" y="107804"/>
                </a:lnTo>
                <a:cubicBezTo>
                  <a:pt x="150896" y="82067"/>
                  <a:pt x="178546" y="50005"/>
                  <a:pt x="226786" y="9266"/>
                </a:cubicBezTo>
                <a:cubicBezTo>
                  <a:pt x="233698" y="3383"/>
                  <a:pt x="242670" y="0"/>
                  <a:pt x="251494" y="0"/>
                </a:cubicBezTo>
                <a:cubicBezTo>
                  <a:pt x="263113" y="0"/>
                  <a:pt x="272820" y="5883"/>
                  <a:pt x="278114" y="16178"/>
                </a:cubicBezTo>
                <a:cubicBezTo>
                  <a:pt x="284586" y="28679"/>
                  <a:pt x="289439" y="41180"/>
                  <a:pt x="292527" y="53387"/>
                </a:cubicBezTo>
                <a:cubicBezTo>
                  <a:pt x="297675" y="73978"/>
                  <a:pt x="296646" y="89714"/>
                  <a:pt x="289145" y="101921"/>
                </a:cubicBezTo>
                <a:cubicBezTo>
                  <a:pt x="275614" y="124276"/>
                  <a:pt x="264731" y="141190"/>
                  <a:pt x="255907" y="155014"/>
                </a:cubicBezTo>
                <a:cubicBezTo>
                  <a:pt x="236199" y="185753"/>
                  <a:pt x="227227" y="199725"/>
                  <a:pt x="220462" y="223256"/>
                </a:cubicBezTo>
                <a:cubicBezTo>
                  <a:pt x="219285" y="227521"/>
                  <a:pt x="219874" y="230316"/>
                  <a:pt x="220315" y="230757"/>
                </a:cubicBezTo>
                <a:lnTo>
                  <a:pt x="262378" y="230610"/>
                </a:lnTo>
                <a:cubicBezTo>
                  <a:pt x="330325" y="230610"/>
                  <a:pt x="385771" y="285909"/>
                  <a:pt x="385771" y="354004"/>
                </a:cubicBezTo>
                <a:lnTo>
                  <a:pt x="385771" y="492841"/>
                </a:lnTo>
                <a:cubicBezTo>
                  <a:pt x="385477" y="560935"/>
                  <a:pt x="330178" y="616235"/>
                  <a:pt x="262230" y="616235"/>
                </a:cubicBezTo>
                <a:close/>
                <a:moveTo>
                  <a:pt x="251347" y="21620"/>
                </a:moveTo>
                <a:cubicBezTo>
                  <a:pt x="247818" y="21620"/>
                  <a:pt x="243699" y="23238"/>
                  <a:pt x="240611" y="25738"/>
                </a:cubicBezTo>
                <a:cubicBezTo>
                  <a:pt x="193547" y="65447"/>
                  <a:pt x="167663" y="95450"/>
                  <a:pt x="144867" y="121923"/>
                </a:cubicBezTo>
                <a:lnTo>
                  <a:pt x="134572" y="133836"/>
                </a:lnTo>
                <a:cubicBezTo>
                  <a:pt x="82949" y="192665"/>
                  <a:pt x="21620" y="286939"/>
                  <a:pt x="21620" y="401214"/>
                </a:cubicBezTo>
                <a:lnTo>
                  <a:pt x="21620" y="492841"/>
                </a:lnTo>
                <a:cubicBezTo>
                  <a:pt x="21620" y="549022"/>
                  <a:pt x="67212" y="594615"/>
                  <a:pt x="123394" y="594615"/>
                </a:cubicBezTo>
                <a:lnTo>
                  <a:pt x="262230" y="594615"/>
                </a:lnTo>
                <a:cubicBezTo>
                  <a:pt x="318412" y="594615"/>
                  <a:pt x="364005" y="549022"/>
                  <a:pt x="364005" y="492841"/>
                </a:cubicBezTo>
                <a:lnTo>
                  <a:pt x="364005" y="354004"/>
                </a:lnTo>
                <a:cubicBezTo>
                  <a:pt x="364005" y="297822"/>
                  <a:pt x="318412" y="252230"/>
                  <a:pt x="262230" y="252230"/>
                </a:cubicBezTo>
                <a:lnTo>
                  <a:pt x="220903" y="252230"/>
                </a:lnTo>
                <a:cubicBezTo>
                  <a:pt x="213550" y="252230"/>
                  <a:pt x="207225" y="249141"/>
                  <a:pt x="203107" y="243699"/>
                </a:cubicBezTo>
                <a:cubicBezTo>
                  <a:pt x="198107" y="236934"/>
                  <a:pt x="196783" y="227375"/>
                  <a:pt x="199724" y="217226"/>
                </a:cubicBezTo>
                <a:cubicBezTo>
                  <a:pt x="207373" y="190753"/>
                  <a:pt x="217520" y="175017"/>
                  <a:pt x="237816" y="143396"/>
                </a:cubicBezTo>
                <a:cubicBezTo>
                  <a:pt x="246641" y="129718"/>
                  <a:pt x="257377" y="112952"/>
                  <a:pt x="270761" y="90744"/>
                </a:cubicBezTo>
                <a:cubicBezTo>
                  <a:pt x="275026" y="83831"/>
                  <a:pt x="275320" y="73242"/>
                  <a:pt x="271643" y="58682"/>
                </a:cubicBezTo>
                <a:cubicBezTo>
                  <a:pt x="268996" y="48093"/>
                  <a:pt x="264731" y="37209"/>
                  <a:pt x="258995" y="26179"/>
                </a:cubicBezTo>
                <a:cubicBezTo>
                  <a:pt x="257818" y="24120"/>
                  <a:pt x="256053" y="21620"/>
                  <a:pt x="251347" y="21620"/>
                </a:cubicBezTo>
                <a:close/>
              </a:path>
            </a:pathLst>
          </a:custGeom>
          <a:gradFill>
            <a:gsLst>
              <a:gs pos="0">
                <a:srgbClr val="05A9FF"/>
              </a:gs>
              <a:gs pos="100000">
                <a:schemeClr val="accent2"/>
              </a:gs>
            </a:gsLst>
            <a:lin ang="5400000" scaled="1"/>
          </a:gradFill>
          <a:ln w="14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8C8DA41-FD00-C7B0-3C1B-0B66FBC4D50D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C8D8433-95B2-034A-07EB-687AF1AFF3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598067" cy="20365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151B42-6936-ACB1-74C5-B31CDF90D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147526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C53DEB-CF43-35BF-BADC-4C3FE5E52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E6590-BFA9-114D-A48C-D6A25D57D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7950" y="2480996"/>
            <a:ext cx="5753100" cy="2091003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20000"/>
              </a:lnSpc>
              <a:defRPr sz="2000" b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Impactful quote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C9AF89-663C-E4C2-042F-FBA609934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7950" y="4802604"/>
            <a:ext cx="5753100" cy="45720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BB4F6B-7FDE-B30B-1211-F4148C529C00}"/>
              </a:ext>
            </a:extLst>
          </p:cNvPr>
          <p:cNvGrpSpPr/>
          <p:nvPr userDrawn="1"/>
        </p:nvGrpSpPr>
        <p:grpSpPr>
          <a:xfrm>
            <a:off x="7456900" y="685799"/>
            <a:ext cx="4733576" cy="5486402"/>
            <a:chOff x="7456900" y="685799"/>
            <a:chExt cx="4733576" cy="5486402"/>
          </a:xfrm>
        </p:grpSpPr>
        <p:pic>
          <p:nvPicPr>
            <p:cNvPr id="12" name="Picture 11" descr="A close up of lights&#10;&#10;Description automatically generated">
              <a:extLst>
                <a:ext uri="{FF2B5EF4-FFF2-40B4-BE49-F238E27FC236}">
                  <a16:creationId xmlns:a16="http://schemas.microsoft.com/office/drawing/2014/main" id="{A73308E1-1233-C873-99A7-938FCC672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56900" y="685800"/>
              <a:ext cx="4733576" cy="5486401"/>
            </a:xfrm>
            <a:custGeom>
              <a:avLst/>
              <a:gdLst>
                <a:gd name="connsiteX0" fmla="*/ 3598734 w 4733576"/>
                <a:gd name="connsiteY0" fmla="*/ 3075118 h 5486401"/>
                <a:gd name="connsiteX1" fmla="*/ 3626424 w 4733576"/>
                <a:gd name="connsiteY1" fmla="*/ 3089109 h 5486401"/>
                <a:gd name="connsiteX2" fmla="*/ 4733576 w 4733576"/>
                <a:gd name="connsiteY2" fmla="*/ 4565387 h 5486401"/>
                <a:gd name="connsiteX3" fmla="*/ 4733576 w 4733576"/>
                <a:gd name="connsiteY3" fmla="*/ 5486401 h 5486401"/>
                <a:gd name="connsiteX4" fmla="*/ 4117061 w 4733576"/>
                <a:gd name="connsiteY4" fmla="*/ 5486401 h 5486401"/>
                <a:gd name="connsiteX5" fmla="*/ 4061450 w 4733576"/>
                <a:gd name="connsiteY5" fmla="*/ 5458587 h 5486401"/>
                <a:gd name="connsiteX6" fmla="*/ 2942132 w 4733576"/>
                <a:gd name="connsiteY6" fmla="*/ 3968669 h 5486401"/>
                <a:gd name="connsiteX7" fmla="*/ 2942132 w 4733576"/>
                <a:gd name="connsiteY7" fmla="*/ 3927123 h 5486401"/>
                <a:gd name="connsiteX8" fmla="*/ 3570813 w 4733576"/>
                <a:gd name="connsiteY8" fmla="*/ 3089109 h 5486401"/>
                <a:gd name="connsiteX9" fmla="*/ 3598734 w 4733576"/>
                <a:gd name="connsiteY9" fmla="*/ 3075118 h 5486401"/>
                <a:gd name="connsiteX10" fmla="*/ 4733576 w 4733576"/>
                <a:gd name="connsiteY10" fmla="*/ 654 h 5486401"/>
                <a:gd name="connsiteX11" fmla="*/ 4733576 w 4733576"/>
                <a:gd name="connsiteY11" fmla="*/ 920574 h 5486401"/>
                <a:gd name="connsiteX12" fmla="*/ 3626094 w 4733576"/>
                <a:gd name="connsiteY12" fmla="*/ 2397292 h 5486401"/>
                <a:gd name="connsiteX13" fmla="*/ 3570483 w 4733576"/>
                <a:gd name="connsiteY13" fmla="*/ 2397292 h 5486401"/>
                <a:gd name="connsiteX14" fmla="*/ 3570154 w 4733576"/>
                <a:gd name="connsiteY14" fmla="*/ 2397292 h 5486401"/>
                <a:gd name="connsiteX15" fmla="*/ 2941472 w 4733576"/>
                <a:gd name="connsiteY15" fmla="*/ 1558949 h 5486401"/>
                <a:gd name="connsiteX16" fmla="*/ 2941472 w 4733576"/>
                <a:gd name="connsiteY16" fmla="*/ 1517402 h 5486401"/>
                <a:gd name="connsiteX17" fmla="*/ 4060478 w 4733576"/>
                <a:gd name="connsiteY17" fmla="*/ 29118 h 5486401"/>
                <a:gd name="connsiteX18" fmla="*/ 4116070 w 4733576"/>
                <a:gd name="connsiteY18" fmla="*/ 1304 h 5486401"/>
                <a:gd name="connsiteX19" fmla="*/ 34899 w 4733576"/>
                <a:gd name="connsiteY19" fmla="*/ 0 h 5486401"/>
                <a:gd name="connsiteX20" fmla="*/ 1276895 w 4733576"/>
                <a:gd name="connsiteY20" fmla="*/ 1304 h 5486401"/>
                <a:gd name="connsiteX21" fmla="*/ 1332487 w 4733576"/>
                <a:gd name="connsiteY21" fmla="*/ 29118 h 5486401"/>
                <a:gd name="connsiteX22" fmla="*/ 3366712 w 4733576"/>
                <a:gd name="connsiteY22" fmla="*/ 2743035 h 5486401"/>
                <a:gd name="connsiteX23" fmla="*/ 1332819 w 4733576"/>
                <a:gd name="connsiteY23" fmla="*/ 5458275 h 5486401"/>
                <a:gd name="connsiteX24" fmla="*/ 1277208 w 4733576"/>
                <a:gd name="connsiteY24" fmla="*/ 5486070 h 5486401"/>
                <a:gd name="connsiteX25" fmla="*/ 34899 w 4733576"/>
                <a:gd name="connsiteY25" fmla="*/ 5486070 h 5486401"/>
                <a:gd name="connsiteX26" fmla="*/ 7102 w 4733576"/>
                <a:gd name="connsiteY26" fmla="*/ 5430459 h 5486401"/>
                <a:gd name="connsiteX27" fmla="*/ 2022674 w 4733576"/>
                <a:gd name="connsiteY27" fmla="*/ 2743035 h 5486401"/>
                <a:gd name="connsiteX28" fmla="*/ 7102 w 4733576"/>
                <a:gd name="connsiteY28" fmla="*/ 55611 h 5486401"/>
                <a:gd name="connsiteX29" fmla="*/ 34899 w 4733576"/>
                <a:gd name="connsiteY29" fmla="*/ 0 h 548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33576" h="5486401">
                  <a:moveTo>
                    <a:pt x="3598734" y="3075118"/>
                  </a:moveTo>
                  <a:cubicBezTo>
                    <a:pt x="3609162" y="3075118"/>
                    <a:pt x="3619549" y="3079783"/>
                    <a:pt x="3626424" y="3089109"/>
                  </a:cubicBezTo>
                  <a:lnTo>
                    <a:pt x="4733576" y="4565387"/>
                  </a:lnTo>
                  <a:lnTo>
                    <a:pt x="4733576" y="5486401"/>
                  </a:lnTo>
                  <a:lnTo>
                    <a:pt x="4117061" y="5486401"/>
                  </a:lnTo>
                  <a:cubicBezTo>
                    <a:pt x="4095140" y="5486401"/>
                    <a:pt x="4074540" y="5475936"/>
                    <a:pt x="4061450" y="5458587"/>
                  </a:cubicBezTo>
                  <a:lnTo>
                    <a:pt x="2942132" y="3968669"/>
                  </a:lnTo>
                  <a:cubicBezTo>
                    <a:pt x="2932969" y="3956241"/>
                    <a:pt x="2932969" y="3939551"/>
                    <a:pt x="2942132" y="3927123"/>
                  </a:cubicBezTo>
                  <a:lnTo>
                    <a:pt x="3570813" y="3089109"/>
                  </a:lnTo>
                  <a:cubicBezTo>
                    <a:pt x="3577844" y="3079783"/>
                    <a:pt x="3588309" y="3075118"/>
                    <a:pt x="3598734" y="3075118"/>
                  </a:cubicBezTo>
                  <a:close/>
                  <a:moveTo>
                    <a:pt x="4733576" y="654"/>
                  </a:moveTo>
                  <a:lnTo>
                    <a:pt x="4733576" y="920574"/>
                  </a:lnTo>
                  <a:lnTo>
                    <a:pt x="3626094" y="2397292"/>
                  </a:lnTo>
                  <a:cubicBezTo>
                    <a:pt x="3612013" y="2415945"/>
                    <a:pt x="3584216" y="2415945"/>
                    <a:pt x="3570483" y="2397292"/>
                  </a:cubicBezTo>
                  <a:lnTo>
                    <a:pt x="3570154" y="2397292"/>
                  </a:lnTo>
                  <a:lnTo>
                    <a:pt x="2941472" y="1558949"/>
                  </a:lnTo>
                  <a:cubicBezTo>
                    <a:pt x="2932310" y="1546520"/>
                    <a:pt x="2932310" y="1529831"/>
                    <a:pt x="2941472" y="1517402"/>
                  </a:cubicBezTo>
                  <a:lnTo>
                    <a:pt x="4060478" y="29118"/>
                  </a:lnTo>
                  <a:cubicBezTo>
                    <a:pt x="4073551" y="11769"/>
                    <a:pt x="4094168" y="1304"/>
                    <a:pt x="4116070" y="1304"/>
                  </a:cubicBezTo>
                  <a:close/>
                  <a:moveTo>
                    <a:pt x="34899" y="0"/>
                  </a:moveTo>
                  <a:lnTo>
                    <a:pt x="1276895" y="1304"/>
                  </a:lnTo>
                  <a:cubicBezTo>
                    <a:pt x="1298797" y="1304"/>
                    <a:pt x="1319416" y="11456"/>
                    <a:pt x="1332487" y="29118"/>
                  </a:cubicBezTo>
                  <a:lnTo>
                    <a:pt x="3366712" y="2743035"/>
                  </a:lnTo>
                  <a:lnTo>
                    <a:pt x="1332819" y="5458275"/>
                  </a:lnTo>
                  <a:cubicBezTo>
                    <a:pt x="1319746" y="5475605"/>
                    <a:pt x="1299129" y="5486070"/>
                    <a:pt x="1277208" y="5486070"/>
                  </a:cubicBezTo>
                  <a:lnTo>
                    <a:pt x="34899" y="5486070"/>
                  </a:lnTo>
                  <a:cubicBezTo>
                    <a:pt x="6130" y="5486070"/>
                    <a:pt x="-10228" y="5453354"/>
                    <a:pt x="7102" y="5430459"/>
                  </a:cubicBezTo>
                  <a:lnTo>
                    <a:pt x="2022674" y="2743035"/>
                  </a:lnTo>
                  <a:lnTo>
                    <a:pt x="7102" y="55611"/>
                  </a:lnTo>
                  <a:cubicBezTo>
                    <a:pt x="-10228" y="32718"/>
                    <a:pt x="6130" y="0"/>
                    <a:pt x="34899" y="0"/>
                  </a:cubicBezTo>
                  <a:close/>
                </a:path>
              </a:pathLst>
            </a:custGeom>
          </p:spPr>
        </p:pic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6B6EE2E-9467-FF78-A61B-C4584FD33ED1}"/>
                </a:ext>
              </a:extLst>
            </p:cNvPr>
            <p:cNvSpPr/>
            <p:nvPr/>
          </p:nvSpPr>
          <p:spPr>
            <a:xfrm>
              <a:off x="7456901" y="685799"/>
              <a:ext cx="3366696" cy="5486069"/>
            </a:xfrm>
            <a:custGeom>
              <a:avLst/>
              <a:gdLst>
                <a:gd name="connsiteX0" fmla="*/ 72578 w 183377"/>
                <a:gd name="connsiteY0" fmla="*/ 1586 h 298816"/>
                <a:gd name="connsiteX1" fmla="*/ 69550 w 183377"/>
                <a:gd name="connsiteY1" fmla="*/ 71 h 298816"/>
                <a:gd name="connsiteX2" fmla="*/ 1901 w 183377"/>
                <a:gd name="connsiteY2" fmla="*/ 0 h 298816"/>
                <a:gd name="connsiteX3" fmla="*/ 387 w 183377"/>
                <a:gd name="connsiteY3" fmla="*/ 3029 h 298816"/>
                <a:gd name="connsiteX4" fmla="*/ 110171 w 183377"/>
                <a:gd name="connsiteY4" fmla="*/ 149408 h 298816"/>
                <a:gd name="connsiteX5" fmla="*/ 387 w 183377"/>
                <a:gd name="connsiteY5" fmla="*/ 295787 h 298816"/>
                <a:gd name="connsiteX6" fmla="*/ 1901 w 183377"/>
                <a:gd name="connsiteY6" fmla="*/ 298816 h 298816"/>
                <a:gd name="connsiteX7" fmla="*/ 69567 w 183377"/>
                <a:gd name="connsiteY7" fmla="*/ 298816 h 298816"/>
                <a:gd name="connsiteX8" fmla="*/ 72596 w 183377"/>
                <a:gd name="connsiteY8" fmla="*/ 297302 h 298816"/>
                <a:gd name="connsiteX9" fmla="*/ 183378 w 183377"/>
                <a:gd name="connsiteY9" fmla="*/ 149408 h 298816"/>
                <a:gd name="connsiteX10" fmla="*/ 72578 w 183377"/>
                <a:gd name="connsiteY10" fmla="*/ 1586 h 29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377" h="298816">
                  <a:moveTo>
                    <a:pt x="72578" y="1586"/>
                  </a:moveTo>
                  <a:cubicBezTo>
                    <a:pt x="71866" y="624"/>
                    <a:pt x="70743" y="71"/>
                    <a:pt x="69550" y="71"/>
                  </a:cubicBezTo>
                  <a:lnTo>
                    <a:pt x="1901" y="0"/>
                  </a:lnTo>
                  <a:cubicBezTo>
                    <a:pt x="334" y="0"/>
                    <a:pt x="-557" y="1782"/>
                    <a:pt x="387" y="3029"/>
                  </a:cubicBezTo>
                  <a:lnTo>
                    <a:pt x="110171" y="149408"/>
                  </a:lnTo>
                  <a:lnTo>
                    <a:pt x="387" y="295787"/>
                  </a:lnTo>
                  <a:cubicBezTo>
                    <a:pt x="-557" y="297034"/>
                    <a:pt x="334" y="298816"/>
                    <a:pt x="1901" y="298816"/>
                  </a:cubicBezTo>
                  <a:lnTo>
                    <a:pt x="69567" y="298816"/>
                  </a:lnTo>
                  <a:cubicBezTo>
                    <a:pt x="70761" y="298816"/>
                    <a:pt x="71884" y="298246"/>
                    <a:pt x="72596" y="297302"/>
                  </a:cubicBezTo>
                  <a:lnTo>
                    <a:pt x="183378" y="149408"/>
                  </a:lnTo>
                  <a:lnTo>
                    <a:pt x="72578" y="1586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75000"/>
                  </a:schemeClr>
                </a:gs>
                <a:gs pos="100000">
                  <a:srgbClr val="FF001F">
                    <a:alpha val="75000"/>
                  </a:srgb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492765-6586-44A2-D9BF-902BD6884A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7950" y="5473364"/>
            <a:ext cx="575310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1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A0E76F3-5350-D2FA-EFE4-4F351C2206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7950" y="5730038"/>
            <a:ext cx="575310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0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6D7F8A-7D76-A7A6-FE48-8F89173C3CBC}"/>
              </a:ext>
            </a:extLst>
          </p:cNvPr>
          <p:cNvSpPr/>
          <p:nvPr userDrawn="1"/>
        </p:nvSpPr>
        <p:spPr>
          <a:xfrm>
            <a:off x="1377950" y="1609625"/>
            <a:ext cx="671289" cy="497207"/>
          </a:xfrm>
          <a:custGeom>
            <a:avLst/>
            <a:gdLst>
              <a:gd name="connsiteX0" fmla="*/ 708302 w 831989"/>
              <a:gd name="connsiteY0" fmla="*/ 616235 h 616234"/>
              <a:gd name="connsiteX1" fmla="*/ 569465 w 831989"/>
              <a:gd name="connsiteY1" fmla="*/ 616235 h 616234"/>
              <a:gd name="connsiteX2" fmla="*/ 446071 w 831989"/>
              <a:gd name="connsiteY2" fmla="*/ 492841 h 616234"/>
              <a:gd name="connsiteX3" fmla="*/ 446071 w 831989"/>
              <a:gd name="connsiteY3" fmla="*/ 401214 h 616234"/>
              <a:gd name="connsiteX4" fmla="*/ 564465 w 831989"/>
              <a:gd name="connsiteY4" fmla="*/ 119570 h 616234"/>
              <a:gd name="connsiteX5" fmla="*/ 574907 w 831989"/>
              <a:gd name="connsiteY5" fmla="*/ 107657 h 616234"/>
              <a:gd name="connsiteX6" fmla="*/ 673005 w 831989"/>
              <a:gd name="connsiteY6" fmla="*/ 9266 h 616234"/>
              <a:gd name="connsiteX7" fmla="*/ 697713 w 831989"/>
              <a:gd name="connsiteY7" fmla="*/ 0 h 616234"/>
              <a:gd name="connsiteX8" fmla="*/ 724333 w 831989"/>
              <a:gd name="connsiteY8" fmla="*/ 16178 h 616234"/>
              <a:gd name="connsiteX9" fmla="*/ 738746 w 831989"/>
              <a:gd name="connsiteY9" fmla="*/ 53387 h 616234"/>
              <a:gd name="connsiteX10" fmla="*/ 735364 w 831989"/>
              <a:gd name="connsiteY10" fmla="*/ 101921 h 616234"/>
              <a:gd name="connsiteX11" fmla="*/ 702125 w 831989"/>
              <a:gd name="connsiteY11" fmla="*/ 155014 h 616234"/>
              <a:gd name="connsiteX12" fmla="*/ 666680 w 831989"/>
              <a:gd name="connsiteY12" fmla="*/ 223256 h 616234"/>
              <a:gd name="connsiteX13" fmla="*/ 666533 w 831989"/>
              <a:gd name="connsiteY13" fmla="*/ 230757 h 616234"/>
              <a:gd name="connsiteX14" fmla="*/ 708596 w 831989"/>
              <a:gd name="connsiteY14" fmla="*/ 230610 h 616234"/>
              <a:gd name="connsiteX15" fmla="*/ 831990 w 831989"/>
              <a:gd name="connsiteY15" fmla="*/ 354004 h 616234"/>
              <a:gd name="connsiteX16" fmla="*/ 831990 w 831989"/>
              <a:gd name="connsiteY16" fmla="*/ 492841 h 616234"/>
              <a:gd name="connsiteX17" fmla="*/ 708302 w 831989"/>
              <a:gd name="connsiteY17" fmla="*/ 616235 h 616234"/>
              <a:gd name="connsiteX18" fmla="*/ 697418 w 831989"/>
              <a:gd name="connsiteY18" fmla="*/ 21620 h 616234"/>
              <a:gd name="connsiteX19" fmla="*/ 686682 w 831989"/>
              <a:gd name="connsiteY19" fmla="*/ 25738 h 616234"/>
              <a:gd name="connsiteX20" fmla="*/ 591085 w 831989"/>
              <a:gd name="connsiteY20" fmla="*/ 121776 h 616234"/>
              <a:gd name="connsiteX21" fmla="*/ 580643 w 831989"/>
              <a:gd name="connsiteY21" fmla="*/ 133836 h 616234"/>
              <a:gd name="connsiteX22" fmla="*/ 467691 w 831989"/>
              <a:gd name="connsiteY22" fmla="*/ 401214 h 616234"/>
              <a:gd name="connsiteX23" fmla="*/ 467691 w 831989"/>
              <a:gd name="connsiteY23" fmla="*/ 492841 h 616234"/>
              <a:gd name="connsiteX24" fmla="*/ 569465 w 831989"/>
              <a:gd name="connsiteY24" fmla="*/ 594615 h 616234"/>
              <a:gd name="connsiteX25" fmla="*/ 708302 w 831989"/>
              <a:gd name="connsiteY25" fmla="*/ 594615 h 616234"/>
              <a:gd name="connsiteX26" fmla="*/ 810076 w 831989"/>
              <a:gd name="connsiteY26" fmla="*/ 492841 h 616234"/>
              <a:gd name="connsiteX27" fmla="*/ 810076 w 831989"/>
              <a:gd name="connsiteY27" fmla="*/ 354004 h 616234"/>
              <a:gd name="connsiteX28" fmla="*/ 708302 w 831989"/>
              <a:gd name="connsiteY28" fmla="*/ 252230 h 616234"/>
              <a:gd name="connsiteX29" fmla="*/ 666828 w 831989"/>
              <a:gd name="connsiteY29" fmla="*/ 252230 h 616234"/>
              <a:gd name="connsiteX30" fmla="*/ 648884 w 831989"/>
              <a:gd name="connsiteY30" fmla="*/ 243699 h 616234"/>
              <a:gd name="connsiteX31" fmla="*/ 645649 w 831989"/>
              <a:gd name="connsiteY31" fmla="*/ 217226 h 616234"/>
              <a:gd name="connsiteX32" fmla="*/ 683741 w 831989"/>
              <a:gd name="connsiteY32" fmla="*/ 143396 h 616234"/>
              <a:gd name="connsiteX33" fmla="*/ 716685 w 831989"/>
              <a:gd name="connsiteY33" fmla="*/ 90744 h 616234"/>
              <a:gd name="connsiteX34" fmla="*/ 717568 w 831989"/>
              <a:gd name="connsiteY34" fmla="*/ 58682 h 616234"/>
              <a:gd name="connsiteX35" fmla="*/ 704919 w 831989"/>
              <a:gd name="connsiteY35" fmla="*/ 26179 h 616234"/>
              <a:gd name="connsiteX36" fmla="*/ 697418 w 831989"/>
              <a:gd name="connsiteY36" fmla="*/ 21620 h 616234"/>
              <a:gd name="connsiteX37" fmla="*/ 262230 w 831989"/>
              <a:gd name="connsiteY37" fmla="*/ 616235 h 616234"/>
              <a:gd name="connsiteX38" fmla="*/ 123394 w 831989"/>
              <a:gd name="connsiteY38" fmla="*/ 616235 h 616234"/>
              <a:gd name="connsiteX39" fmla="*/ 0 w 831989"/>
              <a:gd name="connsiteY39" fmla="*/ 492841 h 616234"/>
              <a:gd name="connsiteX40" fmla="*/ 0 w 831989"/>
              <a:gd name="connsiteY40" fmla="*/ 401214 h 616234"/>
              <a:gd name="connsiteX41" fmla="*/ 118394 w 831989"/>
              <a:gd name="connsiteY41" fmla="*/ 119570 h 616234"/>
              <a:gd name="connsiteX42" fmla="*/ 128689 w 831989"/>
              <a:gd name="connsiteY42" fmla="*/ 107804 h 616234"/>
              <a:gd name="connsiteX43" fmla="*/ 226786 w 831989"/>
              <a:gd name="connsiteY43" fmla="*/ 9266 h 616234"/>
              <a:gd name="connsiteX44" fmla="*/ 251494 w 831989"/>
              <a:gd name="connsiteY44" fmla="*/ 0 h 616234"/>
              <a:gd name="connsiteX45" fmla="*/ 278114 w 831989"/>
              <a:gd name="connsiteY45" fmla="*/ 16178 h 616234"/>
              <a:gd name="connsiteX46" fmla="*/ 292527 w 831989"/>
              <a:gd name="connsiteY46" fmla="*/ 53387 h 616234"/>
              <a:gd name="connsiteX47" fmla="*/ 289145 w 831989"/>
              <a:gd name="connsiteY47" fmla="*/ 101921 h 616234"/>
              <a:gd name="connsiteX48" fmla="*/ 255907 w 831989"/>
              <a:gd name="connsiteY48" fmla="*/ 155014 h 616234"/>
              <a:gd name="connsiteX49" fmla="*/ 220462 w 831989"/>
              <a:gd name="connsiteY49" fmla="*/ 223256 h 616234"/>
              <a:gd name="connsiteX50" fmla="*/ 220315 w 831989"/>
              <a:gd name="connsiteY50" fmla="*/ 230757 h 616234"/>
              <a:gd name="connsiteX51" fmla="*/ 262378 w 831989"/>
              <a:gd name="connsiteY51" fmla="*/ 230610 h 616234"/>
              <a:gd name="connsiteX52" fmla="*/ 385771 w 831989"/>
              <a:gd name="connsiteY52" fmla="*/ 354004 h 616234"/>
              <a:gd name="connsiteX53" fmla="*/ 385771 w 831989"/>
              <a:gd name="connsiteY53" fmla="*/ 492841 h 616234"/>
              <a:gd name="connsiteX54" fmla="*/ 262230 w 831989"/>
              <a:gd name="connsiteY54" fmla="*/ 616235 h 616234"/>
              <a:gd name="connsiteX55" fmla="*/ 251347 w 831989"/>
              <a:gd name="connsiteY55" fmla="*/ 21620 h 616234"/>
              <a:gd name="connsiteX56" fmla="*/ 240611 w 831989"/>
              <a:gd name="connsiteY56" fmla="*/ 25738 h 616234"/>
              <a:gd name="connsiteX57" fmla="*/ 144867 w 831989"/>
              <a:gd name="connsiteY57" fmla="*/ 121923 h 616234"/>
              <a:gd name="connsiteX58" fmla="*/ 134572 w 831989"/>
              <a:gd name="connsiteY58" fmla="*/ 133836 h 616234"/>
              <a:gd name="connsiteX59" fmla="*/ 21620 w 831989"/>
              <a:gd name="connsiteY59" fmla="*/ 401214 h 616234"/>
              <a:gd name="connsiteX60" fmla="*/ 21620 w 831989"/>
              <a:gd name="connsiteY60" fmla="*/ 492841 h 616234"/>
              <a:gd name="connsiteX61" fmla="*/ 123394 w 831989"/>
              <a:gd name="connsiteY61" fmla="*/ 594615 h 616234"/>
              <a:gd name="connsiteX62" fmla="*/ 262230 w 831989"/>
              <a:gd name="connsiteY62" fmla="*/ 594615 h 616234"/>
              <a:gd name="connsiteX63" fmla="*/ 364005 w 831989"/>
              <a:gd name="connsiteY63" fmla="*/ 492841 h 616234"/>
              <a:gd name="connsiteX64" fmla="*/ 364005 w 831989"/>
              <a:gd name="connsiteY64" fmla="*/ 354004 h 616234"/>
              <a:gd name="connsiteX65" fmla="*/ 262230 w 831989"/>
              <a:gd name="connsiteY65" fmla="*/ 252230 h 616234"/>
              <a:gd name="connsiteX66" fmla="*/ 220903 w 831989"/>
              <a:gd name="connsiteY66" fmla="*/ 252230 h 616234"/>
              <a:gd name="connsiteX67" fmla="*/ 203107 w 831989"/>
              <a:gd name="connsiteY67" fmla="*/ 243699 h 616234"/>
              <a:gd name="connsiteX68" fmla="*/ 199724 w 831989"/>
              <a:gd name="connsiteY68" fmla="*/ 217226 h 616234"/>
              <a:gd name="connsiteX69" fmla="*/ 237816 w 831989"/>
              <a:gd name="connsiteY69" fmla="*/ 143396 h 616234"/>
              <a:gd name="connsiteX70" fmla="*/ 270761 w 831989"/>
              <a:gd name="connsiteY70" fmla="*/ 90744 h 616234"/>
              <a:gd name="connsiteX71" fmla="*/ 271643 w 831989"/>
              <a:gd name="connsiteY71" fmla="*/ 58682 h 616234"/>
              <a:gd name="connsiteX72" fmla="*/ 258995 w 831989"/>
              <a:gd name="connsiteY72" fmla="*/ 26179 h 616234"/>
              <a:gd name="connsiteX73" fmla="*/ 251347 w 831989"/>
              <a:gd name="connsiteY73" fmla="*/ 21620 h 61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1989" h="616234">
                <a:moveTo>
                  <a:pt x="708302" y="616235"/>
                </a:moveTo>
                <a:lnTo>
                  <a:pt x="569465" y="616235"/>
                </a:lnTo>
                <a:cubicBezTo>
                  <a:pt x="501518" y="616235"/>
                  <a:pt x="446071" y="560935"/>
                  <a:pt x="446071" y="492841"/>
                </a:cubicBezTo>
                <a:lnTo>
                  <a:pt x="446071" y="401214"/>
                </a:lnTo>
                <a:cubicBezTo>
                  <a:pt x="446071" y="305470"/>
                  <a:pt x="486958" y="208108"/>
                  <a:pt x="564465" y="119570"/>
                </a:cubicBezTo>
                <a:lnTo>
                  <a:pt x="574907" y="107657"/>
                </a:lnTo>
                <a:cubicBezTo>
                  <a:pt x="597115" y="81919"/>
                  <a:pt x="624765" y="50005"/>
                  <a:pt x="673005" y="9266"/>
                </a:cubicBezTo>
                <a:cubicBezTo>
                  <a:pt x="679917" y="3383"/>
                  <a:pt x="688888" y="0"/>
                  <a:pt x="697713" y="0"/>
                </a:cubicBezTo>
                <a:cubicBezTo>
                  <a:pt x="709331" y="0"/>
                  <a:pt x="719038" y="5883"/>
                  <a:pt x="724333" y="16178"/>
                </a:cubicBezTo>
                <a:cubicBezTo>
                  <a:pt x="730804" y="28679"/>
                  <a:pt x="735657" y="41180"/>
                  <a:pt x="738746" y="53387"/>
                </a:cubicBezTo>
                <a:cubicBezTo>
                  <a:pt x="743893" y="73830"/>
                  <a:pt x="742864" y="89714"/>
                  <a:pt x="735364" y="101921"/>
                </a:cubicBezTo>
                <a:cubicBezTo>
                  <a:pt x="721833" y="124276"/>
                  <a:pt x="710949" y="141190"/>
                  <a:pt x="702125" y="155014"/>
                </a:cubicBezTo>
                <a:cubicBezTo>
                  <a:pt x="682417" y="185753"/>
                  <a:pt x="673446" y="199725"/>
                  <a:pt x="666680" y="223256"/>
                </a:cubicBezTo>
                <a:cubicBezTo>
                  <a:pt x="665504" y="227521"/>
                  <a:pt x="666092" y="230316"/>
                  <a:pt x="666533" y="230757"/>
                </a:cubicBezTo>
                <a:lnTo>
                  <a:pt x="708596" y="230610"/>
                </a:lnTo>
                <a:cubicBezTo>
                  <a:pt x="776544" y="230610"/>
                  <a:pt x="831990" y="285909"/>
                  <a:pt x="831990" y="354004"/>
                </a:cubicBezTo>
                <a:lnTo>
                  <a:pt x="831990" y="492841"/>
                </a:lnTo>
                <a:cubicBezTo>
                  <a:pt x="831549" y="560935"/>
                  <a:pt x="776249" y="616235"/>
                  <a:pt x="708302" y="616235"/>
                </a:cubicBezTo>
                <a:close/>
                <a:moveTo>
                  <a:pt x="697418" y="21620"/>
                </a:moveTo>
                <a:cubicBezTo>
                  <a:pt x="693889" y="21620"/>
                  <a:pt x="689771" y="23238"/>
                  <a:pt x="686682" y="25738"/>
                </a:cubicBezTo>
                <a:cubicBezTo>
                  <a:pt x="639766" y="65447"/>
                  <a:pt x="613881" y="95303"/>
                  <a:pt x="591085" y="121776"/>
                </a:cubicBezTo>
                <a:lnTo>
                  <a:pt x="580643" y="133836"/>
                </a:lnTo>
                <a:cubicBezTo>
                  <a:pt x="529167" y="192665"/>
                  <a:pt x="467691" y="286939"/>
                  <a:pt x="467691" y="401214"/>
                </a:cubicBezTo>
                <a:lnTo>
                  <a:pt x="467691" y="492841"/>
                </a:lnTo>
                <a:cubicBezTo>
                  <a:pt x="467691" y="549022"/>
                  <a:pt x="513284" y="594615"/>
                  <a:pt x="569465" y="594615"/>
                </a:cubicBezTo>
                <a:lnTo>
                  <a:pt x="708302" y="594615"/>
                </a:lnTo>
                <a:cubicBezTo>
                  <a:pt x="764336" y="594615"/>
                  <a:pt x="810076" y="549022"/>
                  <a:pt x="810076" y="492841"/>
                </a:cubicBezTo>
                <a:lnTo>
                  <a:pt x="810076" y="354004"/>
                </a:lnTo>
                <a:cubicBezTo>
                  <a:pt x="810076" y="297822"/>
                  <a:pt x="764484" y="252230"/>
                  <a:pt x="708302" y="252230"/>
                </a:cubicBezTo>
                <a:lnTo>
                  <a:pt x="666828" y="252230"/>
                </a:lnTo>
                <a:cubicBezTo>
                  <a:pt x="659474" y="252230"/>
                  <a:pt x="653003" y="249141"/>
                  <a:pt x="648884" y="243699"/>
                </a:cubicBezTo>
                <a:cubicBezTo>
                  <a:pt x="643884" y="236934"/>
                  <a:pt x="642561" y="227375"/>
                  <a:pt x="645649" y="217226"/>
                </a:cubicBezTo>
                <a:cubicBezTo>
                  <a:pt x="653297" y="190753"/>
                  <a:pt x="663445" y="175017"/>
                  <a:pt x="683741" y="143396"/>
                </a:cubicBezTo>
                <a:cubicBezTo>
                  <a:pt x="692565" y="129718"/>
                  <a:pt x="703301" y="112952"/>
                  <a:pt x="716685" y="90744"/>
                </a:cubicBezTo>
                <a:cubicBezTo>
                  <a:pt x="720950" y="83684"/>
                  <a:pt x="721244" y="73242"/>
                  <a:pt x="717568" y="58682"/>
                </a:cubicBezTo>
                <a:cubicBezTo>
                  <a:pt x="714921" y="48093"/>
                  <a:pt x="710655" y="37209"/>
                  <a:pt x="704919" y="26179"/>
                </a:cubicBezTo>
                <a:cubicBezTo>
                  <a:pt x="703890" y="24120"/>
                  <a:pt x="702125" y="21620"/>
                  <a:pt x="697418" y="21620"/>
                </a:cubicBezTo>
                <a:close/>
                <a:moveTo>
                  <a:pt x="262230" y="616235"/>
                </a:moveTo>
                <a:lnTo>
                  <a:pt x="123394" y="616235"/>
                </a:lnTo>
                <a:cubicBezTo>
                  <a:pt x="55446" y="616235"/>
                  <a:pt x="0" y="560935"/>
                  <a:pt x="0" y="492841"/>
                </a:cubicBezTo>
                <a:lnTo>
                  <a:pt x="0" y="401214"/>
                </a:lnTo>
                <a:cubicBezTo>
                  <a:pt x="0" y="305470"/>
                  <a:pt x="40886" y="208108"/>
                  <a:pt x="118394" y="119570"/>
                </a:cubicBezTo>
                <a:lnTo>
                  <a:pt x="128689" y="107804"/>
                </a:lnTo>
                <a:cubicBezTo>
                  <a:pt x="150896" y="82067"/>
                  <a:pt x="178546" y="50005"/>
                  <a:pt x="226786" y="9266"/>
                </a:cubicBezTo>
                <a:cubicBezTo>
                  <a:pt x="233698" y="3383"/>
                  <a:pt x="242670" y="0"/>
                  <a:pt x="251494" y="0"/>
                </a:cubicBezTo>
                <a:cubicBezTo>
                  <a:pt x="263113" y="0"/>
                  <a:pt x="272820" y="5883"/>
                  <a:pt x="278114" y="16178"/>
                </a:cubicBezTo>
                <a:cubicBezTo>
                  <a:pt x="284586" y="28679"/>
                  <a:pt x="289439" y="41180"/>
                  <a:pt x="292527" y="53387"/>
                </a:cubicBezTo>
                <a:cubicBezTo>
                  <a:pt x="297675" y="73978"/>
                  <a:pt x="296646" y="89714"/>
                  <a:pt x="289145" y="101921"/>
                </a:cubicBezTo>
                <a:cubicBezTo>
                  <a:pt x="275614" y="124276"/>
                  <a:pt x="264731" y="141190"/>
                  <a:pt x="255907" y="155014"/>
                </a:cubicBezTo>
                <a:cubicBezTo>
                  <a:pt x="236199" y="185753"/>
                  <a:pt x="227227" y="199725"/>
                  <a:pt x="220462" y="223256"/>
                </a:cubicBezTo>
                <a:cubicBezTo>
                  <a:pt x="219285" y="227521"/>
                  <a:pt x="219874" y="230316"/>
                  <a:pt x="220315" y="230757"/>
                </a:cubicBezTo>
                <a:lnTo>
                  <a:pt x="262378" y="230610"/>
                </a:lnTo>
                <a:cubicBezTo>
                  <a:pt x="330325" y="230610"/>
                  <a:pt x="385771" y="285909"/>
                  <a:pt x="385771" y="354004"/>
                </a:cubicBezTo>
                <a:lnTo>
                  <a:pt x="385771" y="492841"/>
                </a:lnTo>
                <a:cubicBezTo>
                  <a:pt x="385477" y="560935"/>
                  <a:pt x="330178" y="616235"/>
                  <a:pt x="262230" y="616235"/>
                </a:cubicBezTo>
                <a:close/>
                <a:moveTo>
                  <a:pt x="251347" y="21620"/>
                </a:moveTo>
                <a:cubicBezTo>
                  <a:pt x="247818" y="21620"/>
                  <a:pt x="243699" y="23238"/>
                  <a:pt x="240611" y="25738"/>
                </a:cubicBezTo>
                <a:cubicBezTo>
                  <a:pt x="193547" y="65447"/>
                  <a:pt x="167663" y="95450"/>
                  <a:pt x="144867" y="121923"/>
                </a:cubicBezTo>
                <a:lnTo>
                  <a:pt x="134572" y="133836"/>
                </a:lnTo>
                <a:cubicBezTo>
                  <a:pt x="82949" y="192665"/>
                  <a:pt x="21620" y="286939"/>
                  <a:pt x="21620" y="401214"/>
                </a:cubicBezTo>
                <a:lnTo>
                  <a:pt x="21620" y="492841"/>
                </a:lnTo>
                <a:cubicBezTo>
                  <a:pt x="21620" y="549022"/>
                  <a:pt x="67212" y="594615"/>
                  <a:pt x="123394" y="594615"/>
                </a:cubicBezTo>
                <a:lnTo>
                  <a:pt x="262230" y="594615"/>
                </a:lnTo>
                <a:cubicBezTo>
                  <a:pt x="318412" y="594615"/>
                  <a:pt x="364005" y="549022"/>
                  <a:pt x="364005" y="492841"/>
                </a:cubicBezTo>
                <a:lnTo>
                  <a:pt x="364005" y="354004"/>
                </a:lnTo>
                <a:cubicBezTo>
                  <a:pt x="364005" y="297822"/>
                  <a:pt x="318412" y="252230"/>
                  <a:pt x="262230" y="252230"/>
                </a:cubicBezTo>
                <a:lnTo>
                  <a:pt x="220903" y="252230"/>
                </a:lnTo>
                <a:cubicBezTo>
                  <a:pt x="213550" y="252230"/>
                  <a:pt x="207225" y="249141"/>
                  <a:pt x="203107" y="243699"/>
                </a:cubicBezTo>
                <a:cubicBezTo>
                  <a:pt x="198107" y="236934"/>
                  <a:pt x="196783" y="227375"/>
                  <a:pt x="199724" y="217226"/>
                </a:cubicBezTo>
                <a:cubicBezTo>
                  <a:pt x="207373" y="190753"/>
                  <a:pt x="217520" y="175017"/>
                  <a:pt x="237816" y="143396"/>
                </a:cubicBezTo>
                <a:cubicBezTo>
                  <a:pt x="246641" y="129718"/>
                  <a:pt x="257377" y="112952"/>
                  <a:pt x="270761" y="90744"/>
                </a:cubicBezTo>
                <a:cubicBezTo>
                  <a:pt x="275026" y="83831"/>
                  <a:pt x="275320" y="73242"/>
                  <a:pt x="271643" y="58682"/>
                </a:cubicBezTo>
                <a:cubicBezTo>
                  <a:pt x="268996" y="48093"/>
                  <a:pt x="264731" y="37209"/>
                  <a:pt x="258995" y="26179"/>
                </a:cubicBezTo>
                <a:cubicBezTo>
                  <a:pt x="257818" y="24120"/>
                  <a:pt x="256053" y="21620"/>
                  <a:pt x="251347" y="21620"/>
                </a:cubicBezTo>
                <a:close/>
              </a:path>
            </a:pathLst>
          </a:custGeom>
          <a:gradFill>
            <a:gsLst>
              <a:gs pos="0">
                <a:srgbClr val="05A9FF"/>
              </a:gs>
              <a:gs pos="100000">
                <a:schemeClr val="accent2"/>
              </a:gs>
            </a:gsLst>
            <a:lin ang="5400000" scaled="1"/>
          </a:gradFill>
          <a:ln w="14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7939734-ED38-6138-9266-1D32C20097AC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508A87-81D7-DE46-85E4-CCDE2B3AF1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" r="13"/>
          <a:stretch/>
        </p:blipFill>
        <p:spPr>
          <a:xfrm>
            <a:off x="685801" y="685801"/>
            <a:ext cx="598067" cy="2036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04AB50-0DA7-076C-858F-4F4372CF1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449074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6E21FC-F68D-9171-CF0E-1321B7D61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24ED819-4188-2EE1-01FD-CE23AFFAFA4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42480" y="685800"/>
            <a:ext cx="5049520" cy="5484734"/>
          </a:xfrm>
          <a:custGeom>
            <a:avLst/>
            <a:gdLst>
              <a:gd name="connsiteX0" fmla="*/ 296144 w 5049520"/>
              <a:gd name="connsiteY0" fmla="*/ 0 h 5484734"/>
              <a:gd name="connsiteX1" fmla="*/ 5049520 w 5049520"/>
              <a:gd name="connsiteY1" fmla="*/ 0 h 5484734"/>
              <a:gd name="connsiteX2" fmla="*/ 5049520 w 5049520"/>
              <a:gd name="connsiteY2" fmla="*/ 5484734 h 5484734"/>
              <a:gd name="connsiteX3" fmla="*/ 296153 w 5049520"/>
              <a:gd name="connsiteY3" fmla="*/ 5484734 h 5484734"/>
              <a:gd name="connsiteX4" fmla="*/ 6016 w 5049520"/>
              <a:gd name="connsiteY4" fmla="*/ 5248266 h 5484734"/>
              <a:gd name="connsiteX5" fmla="*/ 0 w 5049520"/>
              <a:gd name="connsiteY5" fmla="*/ 5188590 h 5484734"/>
              <a:gd name="connsiteX6" fmla="*/ 0 w 5049520"/>
              <a:gd name="connsiteY6" fmla="*/ 296143 h 5484734"/>
              <a:gd name="connsiteX7" fmla="*/ 6016 w 5049520"/>
              <a:gd name="connsiteY7" fmla="*/ 236468 h 5484734"/>
              <a:gd name="connsiteX8" fmla="*/ 236468 w 5049520"/>
              <a:gd name="connsiteY8" fmla="*/ 6016 h 548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9520" h="5484734">
                <a:moveTo>
                  <a:pt x="296144" y="0"/>
                </a:moveTo>
                <a:lnTo>
                  <a:pt x="5049520" y="0"/>
                </a:lnTo>
                <a:lnTo>
                  <a:pt x="5049520" y="5484734"/>
                </a:lnTo>
                <a:lnTo>
                  <a:pt x="296153" y="5484734"/>
                </a:lnTo>
                <a:cubicBezTo>
                  <a:pt x="153037" y="5484734"/>
                  <a:pt x="33631" y="5383218"/>
                  <a:pt x="6016" y="5248266"/>
                </a:cubicBezTo>
                <a:lnTo>
                  <a:pt x="0" y="5188590"/>
                </a:lnTo>
                <a:lnTo>
                  <a:pt x="0" y="296143"/>
                </a:lnTo>
                <a:lnTo>
                  <a:pt x="6016" y="236468"/>
                </a:lnTo>
                <a:cubicBezTo>
                  <a:pt x="29686" y="120795"/>
                  <a:pt x="120795" y="29686"/>
                  <a:pt x="236468" y="6016"/>
                </a:cubicBezTo>
                <a:close/>
              </a:path>
            </a:pathLst>
          </a:custGeom>
          <a:noFill/>
          <a:ln>
            <a:noFill/>
          </a:ln>
        </p:spPr>
        <p:txBody>
          <a:bodyPr wrap="square" lIns="91440" tIns="91440" rIns="9144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173038" marR="0" lvl="0" indent="-173038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•"/>
              <a:tabLst/>
              <a:defRPr/>
            </a:pPr>
            <a:r>
              <a:rPr lang="en-US"/>
              <a:t>Step 1: Select blue overlay box and send to back by right clicking and choosing “Send to Back”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F6272E3-7D12-B8EE-1331-1CA0CB89B8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2775" y="1828800"/>
            <a:ext cx="3419221" cy="4341733"/>
          </a:xfrm>
          <a:custGeom>
            <a:avLst/>
            <a:gdLst>
              <a:gd name="connsiteX0" fmla="*/ 3419221 w 3419221"/>
              <a:gd name="connsiteY0" fmla="*/ 0 h 4341733"/>
              <a:gd name="connsiteX1" fmla="*/ 3419221 w 3419221"/>
              <a:gd name="connsiteY1" fmla="*/ 4341733 h 4341733"/>
              <a:gd name="connsiteX2" fmla="*/ 0 w 3419221"/>
              <a:gd name="connsiteY2" fmla="*/ 4341733 h 4341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9221" h="4341733">
                <a:moveTo>
                  <a:pt x="3419221" y="0"/>
                </a:moveTo>
                <a:lnTo>
                  <a:pt x="3419221" y="4341733"/>
                </a:lnTo>
                <a:lnTo>
                  <a:pt x="0" y="4341733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75000"/>
                </a:schemeClr>
              </a:gs>
              <a:gs pos="100000">
                <a:srgbClr val="FF001F">
                  <a:alpha val="75000"/>
                </a:srgbClr>
              </a:gs>
            </a:gsLst>
            <a:lin ang="5400000" scaled="1"/>
          </a:gradFill>
        </p:spPr>
        <p:txBody>
          <a:bodyPr wrap="square" lIns="914400" tIns="91440" rIns="365760" bIns="36576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1" cap="all" spc="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add text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C03C05-9EFB-854A-B8D0-BE2A0202E997}"/>
              </a:ext>
            </a:extLst>
          </p:cNvPr>
          <p:cNvSpPr txBox="1">
            <a:spLocks/>
          </p:cNvSpPr>
          <p:nvPr userDrawn="1"/>
        </p:nvSpPr>
        <p:spPr>
          <a:xfrm>
            <a:off x="287771" y="6489810"/>
            <a:ext cx="338861" cy="25603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mtClean="0">
                <a:solidFill>
                  <a:schemeClr val="bg2"/>
                </a:solidFill>
              </a:rPr>
              <a:pPr algn="ctr"/>
              <a:t>‹#›</a:t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9F26C2-B063-0E3A-AA5E-D36F68BB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50" y="2480996"/>
            <a:ext cx="4603750" cy="2091003"/>
          </a:xfrm>
        </p:spPr>
        <p:txBody>
          <a:bodyPr anchor="t"/>
          <a:lstStyle>
            <a:lvl1pPr>
              <a:lnSpc>
                <a:spcPct val="120000"/>
              </a:lnSpc>
              <a:defRPr sz="2000" b="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77259BE-564F-1947-88F8-57A3E247C5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7950" y="4802604"/>
            <a:ext cx="4603750" cy="45720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B1D998E-CBBC-CB4A-9AFD-0F48F4C07A80}"/>
              </a:ext>
            </a:extLst>
          </p:cNvPr>
          <p:cNvSpPr/>
          <p:nvPr userDrawn="1"/>
        </p:nvSpPr>
        <p:spPr>
          <a:xfrm>
            <a:off x="1377950" y="1609625"/>
            <a:ext cx="671289" cy="497207"/>
          </a:xfrm>
          <a:custGeom>
            <a:avLst/>
            <a:gdLst>
              <a:gd name="connsiteX0" fmla="*/ 708302 w 831989"/>
              <a:gd name="connsiteY0" fmla="*/ 616235 h 616234"/>
              <a:gd name="connsiteX1" fmla="*/ 569465 w 831989"/>
              <a:gd name="connsiteY1" fmla="*/ 616235 h 616234"/>
              <a:gd name="connsiteX2" fmla="*/ 446071 w 831989"/>
              <a:gd name="connsiteY2" fmla="*/ 492841 h 616234"/>
              <a:gd name="connsiteX3" fmla="*/ 446071 w 831989"/>
              <a:gd name="connsiteY3" fmla="*/ 401214 h 616234"/>
              <a:gd name="connsiteX4" fmla="*/ 564465 w 831989"/>
              <a:gd name="connsiteY4" fmla="*/ 119570 h 616234"/>
              <a:gd name="connsiteX5" fmla="*/ 574907 w 831989"/>
              <a:gd name="connsiteY5" fmla="*/ 107657 h 616234"/>
              <a:gd name="connsiteX6" fmla="*/ 673005 w 831989"/>
              <a:gd name="connsiteY6" fmla="*/ 9266 h 616234"/>
              <a:gd name="connsiteX7" fmla="*/ 697713 w 831989"/>
              <a:gd name="connsiteY7" fmla="*/ 0 h 616234"/>
              <a:gd name="connsiteX8" fmla="*/ 724333 w 831989"/>
              <a:gd name="connsiteY8" fmla="*/ 16178 h 616234"/>
              <a:gd name="connsiteX9" fmla="*/ 738746 w 831989"/>
              <a:gd name="connsiteY9" fmla="*/ 53387 h 616234"/>
              <a:gd name="connsiteX10" fmla="*/ 735364 w 831989"/>
              <a:gd name="connsiteY10" fmla="*/ 101921 h 616234"/>
              <a:gd name="connsiteX11" fmla="*/ 702125 w 831989"/>
              <a:gd name="connsiteY11" fmla="*/ 155014 h 616234"/>
              <a:gd name="connsiteX12" fmla="*/ 666680 w 831989"/>
              <a:gd name="connsiteY12" fmla="*/ 223256 h 616234"/>
              <a:gd name="connsiteX13" fmla="*/ 666533 w 831989"/>
              <a:gd name="connsiteY13" fmla="*/ 230757 h 616234"/>
              <a:gd name="connsiteX14" fmla="*/ 708596 w 831989"/>
              <a:gd name="connsiteY14" fmla="*/ 230610 h 616234"/>
              <a:gd name="connsiteX15" fmla="*/ 831990 w 831989"/>
              <a:gd name="connsiteY15" fmla="*/ 354004 h 616234"/>
              <a:gd name="connsiteX16" fmla="*/ 831990 w 831989"/>
              <a:gd name="connsiteY16" fmla="*/ 492841 h 616234"/>
              <a:gd name="connsiteX17" fmla="*/ 708302 w 831989"/>
              <a:gd name="connsiteY17" fmla="*/ 616235 h 616234"/>
              <a:gd name="connsiteX18" fmla="*/ 697418 w 831989"/>
              <a:gd name="connsiteY18" fmla="*/ 21620 h 616234"/>
              <a:gd name="connsiteX19" fmla="*/ 686682 w 831989"/>
              <a:gd name="connsiteY19" fmla="*/ 25738 h 616234"/>
              <a:gd name="connsiteX20" fmla="*/ 591085 w 831989"/>
              <a:gd name="connsiteY20" fmla="*/ 121776 h 616234"/>
              <a:gd name="connsiteX21" fmla="*/ 580643 w 831989"/>
              <a:gd name="connsiteY21" fmla="*/ 133836 h 616234"/>
              <a:gd name="connsiteX22" fmla="*/ 467691 w 831989"/>
              <a:gd name="connsiteY22" fmla="*/ 401214 h 616234"/>
              <a:gd name="connsiteX23" fmla="*/ 467691 w 831989"/>
              <a:gd name="connsiteY23" fmla="*/ 492841 h 616234"/>
              <a:gd name="connsiteX24" fmla="*/ 569465 w 831989"/>
              <a:gd name="connsiteY24" fmla="*/ 594615 h 616234"/>
              <a:gd name="connsiteX25" fmla="*/ 708302 w 831989"/>
              <a:gd name="connsiteY25" fmla="*/ 594615 h 616234"/>
              <a:gd name="connsiteX26" fmla="*/ 810076 w 831989"/>
              <a:gd name="connsiteY26" fmla="*/ 492841 h 616234"/>
              <a:gd name="connsiteX27" fmla="*/ 810076 w 831989"/>
              <a:gd name="connsiteY27" fmla="*/ 354004 h 616234"/>
              <a:gd name="connsiteX28" fmla="*/ 708302 w 831989"/>
              <a:gd name="connsiteY28" fmla="*/ 252230 h 616234"/>
              <a:gd name="connsiteX29" fmla="*/ 666828 w 831989"/>
              <a:gd name="connsiteY29" fmla="*/ 252230 h 616234"/>
              <a:gd name="connsiteX30" fmla="*/ 648884 w 831989"/>
              <a:gd name="connsiteY30" fmla="*/ 243699 h 616234"/>
              <a:gd name="connsiteX31" fmla="*/ 645649 w 831989"/>
              <a:gd name="connsiteY31" fmla="*/ 217226 h 616234"/>
              <a:gd name="connsiteX32" fmla="*/ 683741 w 831989"/>
              <a:gd name="connsiteY32" fmla="*/ 143396 h 616234"/>
              <a:gd name="connsiteX33" fmla="*/ 716685 w 831989"/>
              <a:gd name="connsiteY33" fmla="*/ 90744 h 616234"/>
              <a:gd name="connsiteX34" fmla="*/ 717568 w 831989"/>
              <a:gd name="connsiteY34" fmla="*/ 58682 h 616234"/>
              <a:gd name="connsiteX35" fmla="*/ 704919 w 831989"/>
              <a:gd name="connsiteY35" fmla="*/ 26179 h 616234"/>
              <a:gd name="connsiteX36" fmla="*/ 697418 w 831989"/>
              <a:gd name="connsiteY36" fmla="*/ 21620 h 616234"/>
              <a:gd name="connsiteX37" fmla="*/ 262230 w 831989"/>
              <a:gd name="connsiteY37" fmla="*/ 616235 h 616234"/>
              <a:gd name="connsiteX38" fmla="*/ 123394 w 831989"/>
              <a:gd name="connsiteY38" fmla="*/ 616235 h 616234"/>
              <a:gd name="connsiteX39" fmla="*/ 0 w 831989"/>
              <a:gd name="connsiteY39" fmla="*/ 492841 h 616234"/>
              <a:gd name="connsiteX40" fmla="*/ 0 w 831989"/>
              <a:gd name="connsiteY40" fmla="*/ 401214 h 616234"/>
              <a:gd name="connsiteX41" fmla="*/ 118394 w 831989"/>
              <a:gd name="connsiteY41" fmla="*/ 119570 h 616234"/>
              <a:gd name="connsiteX42" fmla="*/ 128689 w 831989"/>
              <a:gd name="connsiteY42" fmla="*/ 107804 h 616234"/>
              <a:gd name="connsiteX43" fmla="*/ 226786 w 831989"/>
              <a:gd name="connsiteY43" fmla="*/ 9266 h 616234"/>
              <a:gd name="connsiteX44" fmla="*/ 251494 w 831989"/>
              <a:gd name="connsiteY44" fmla="*/ 0 h 616234"/>
              <a:gd name="connsiteX45" fmla="*/ 278114 w 831989"/>
              <a:gd name="connsiteY45" fmla="*/ 16178 h 616234"/>
              <a:gd name="connsiteX46" fmla="*/ 292527 w 831989"/>
              <a:gd name="connsiteY46" fmla="*/ 53387 h 616234"/>
              <a:gd name="connsiteX47" fmla="*/ 289145 w 831989"/>
              <a:gd name="connsiteY47" fmla="*/ 101921 h 616234"/>
              <a:gd name="connsiteX48" fmla="*/ 255907 w 831989"/>
              <a:gd name="connsiteY48" fmla="*/ 155014 h 616234"/>
              <a:gd name="connsiteX49" fmla="*/ 220462 w 831989"/>
              <a:gd name="connsiteY49" fmla="*/ 223256 h 616234"/>
              <a:gd name="connsiteX50" fmla="*/ 220315 w 831989"/>
              <a:gd name="connsiteY50" fmla="*/ 230757 h 616234"/>
              <a:gd name="connsiteX51" fmla="*/ 262378 w 831989"/>
              <a:gd name="connsiteY51" fmla="*/ 230610 h 616234"/>
              <a:gd name="connsiteX52" fmla="*/ 385771 w 831989"/>
              <a:gd name="connsiteY52" fmla="*/ 354004 h 616234"/>
              <a:gd name="connsiteX53" fmla="*/ 385771 w 831989"/>
              <a:gd name="connsiteY53" fmla="*/ 492841 h 616234"/>
              <a:gd name="connsiteX54" fmla="*/ 262230 w 831989"/>
              <a:gd name="connsiteY54" fmla="*/ 616235 h 616234"/>
              <a:gd name="connsiteX55" fmla="*/ 251347 w 831989"/>
              <a:gd name="connsiteY55" fmla="*/ 21620 h 616234"/>
              <a:gd name="connsiteX56" fmla="*/ 240611 w 831989"/>
              <a:gd name="connsiteY56" fmla="*/ 25738 h 616234"/>
              <a:gd name="connsiteX57" fmla="*/ 144867 w 831989"/>
              <a:gd name="connsiteY57" fmla="*/ 121923 h 616234"/>
              <a:gd name="connsiteX58" fmla="*/ 134572 w 831989"/>
              <a:gd name="connsiteY58" fmla="*/ 133836 h 616234"/>
              <a:gd name="connsiteX59" fmla="*/ 21620 w 831989"/>
              <a:gd name="connsiteY59" fmla="*/ 401214 h 616234"/>
              <a:gd name="connsiteX60" fmla="*/ 21620 w 831989"/>
              <a:gd name="connsiteY60" fmla="*/ 492841 h 616234"/>
              <a:gd name="connsiteX61" fmla="*/ 123394 w 831989"/>
              <a:gd name="connsiteY61" fmla="*/ 594615 h 616234"/>
              <a:gd name="connsiteX62" fmla="*/ 262230 w 831989"/>
              <a:gd name="connsiteY62" fmla="*/ 594615 h 616234"/>
              <a:gd name="connsiteX63" fmla="*/ 364005 w 831989"/>
              <a:gd name="connsiteY63" fmla="*/ 492841 h 616234"/>
              <a:gd name="connsiteX64" fmla="*/ 364005 w 831989"/>
              <a:gd name="connsiteY64" fmla="*/ 354004 h 616234"/>
              <a:gd name="connsiteX65" fmla="*/ 262230 w 831989"/>
              <a:gd name="connsiteY65" fmla="*/ 252230 h 616234"/>
              <a:gd name="connsiteX66" fmla="*/ 220903 w 831989"/>
              <a:gd name="connsiteY66" fmla="*/ 252230 h 616234"/>
              <a:gd name="connsiteX67" fmla="*/ 203107 w 831989"/>
              <a:gd name="connsiteY67" fmla="*/ 243699 h 616234"/>
              <a:gd name="connsiteX68" fmla="*/ 199724 w 831989"/>
              <a:gd name="connsiteY68" fmla="*/ 217226 h 616234"/>
              <a:gd name="connsiteX69" fmla="*/ 237816 w 831989"/>
              <a:gd name="connsiteY69" fmla="*/ 143396 h 616234"/>
              <a:gd name="connsiteX70" fmla="*/ 270761 w 831989"/>
              <a:gd name="connsiteY70" fmla="*/ 90744 h 616234"/>
              <a:gd name="connsiteX71" fmla="*/ 271643 w 831989"/>
              <a:gd name="connsiteY71" fmla="*/ 58682 h 616234"/>
              <a:gd name="connsiteX72" fmla="*/ 258995 w 831989"/>
              <a:gd name="connsiteY72" fmla="*/ 26179 h 616234"/>
              <a:gd name="connsiteX73" fmla="*/ 251347 w 831989"/>
              <a:gd name="connsiteY73" fmla="*/ 21620 h 61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1989" h="616234">
                <a:moveTo>
                  <a:pt x="708302" y="616235"/>
                </a:moveTo>
                <a:lnTo>
                  <a:pt x="569465" y="616235"/>
                </a:lnTo>
                <a:cubicBezTo>
                  <a:pt x="501518" y="616235"/>
                  <a:pt x="446071" y="560935"/>
                  <a:pt x="446071" y="492841"/>
                </a:cubicBezTo>
                <a:lnTo>
                  <a:pt x="446071" y="401214"/>
                </a:lnTo>
                <a:cubicBezTo>
                  <a:pt x="446071" y="305470"/>
                  <a:pt x="486958" y="208108"/>
                  <a:pt x="564465" y="119570"/>
                </a:cubicBezTo>
                <a:lnTo>
                  <a:pt x="574907" y="107657"/>
                </a:lnTo>
                <a:cubicBezTo>
                  <a:pt x="597115" y="81919"/>
                  <a:pt x="624765" y="50005"/>
                  <a:pt x="673005" y="9266"/>
                </a:cubicBezTo>
                <a:cubicBezTo>
                  <a:pt x="679917" y="3383"/>
                  <a:pt x="688888" y="0"/>
                  <a:pt x="697713" y="0"/>
                </a:cubicBezTo>
                <a:cubicBezTo>
                  <a:pt x="709331" y="0"/>
                  <a:pt x="719038" y="5883"/>
                  <a:pt x="724333" y="16178"/>
                </a:cubicBezTo>
                <a:cubicBezTo>
                  <a:pt x="730804" y="28679"/>
                  <a:pt x="735657" y="41180"/>
                  <a:pt x="738746" y="53387"/>
                </a:cubicBezTo>
                <a:cubicBezTo>
                  <a:pt x="743893" y="73830"/>
                  <a:pt x="742864" y="89714"/>
                  <a:pt x="735364" y="101921"/>
                </a:cubicBezTo>
                <a:cubicBezTo>
                  <a:pt x="721833" y="124276"/>
                  <a:pt x="710949" y="141190"/>
                  <a:pt x="702125" y="155014"/>
                </a:cubicBezTo>
                <a:cubicBezTo>
                  <a:pt x="682417" y="185753"/>
                  <a:pt x="673446" y="199725"/>
                  <a:pt x="666680" y="223256"/>
                </a:cubicBezTo>
                <a:cubicBezTo>
                  <a:pt x="665504" y="227521"/>
                  <a:pt x="666092" y="230316"/>
                  <a:pt x="666533" y="230757"/>
                </a:cubicBezTo>
                <a:lnTo>
                  <a:pt x="708596" y="230610"/>
                </a:lnTo>
                <a:cubicBezTo>
                  <a:pt x="776544" y="230610"/>
                  <a:pt x="831990" y="285909"/>
                  <a:pt x="831990" y="354004"/>
                </a:cubicBezTo>
                <a:lnTo>
                  <a:pt x="831990" y="492841"/>
                </a:lnTo>
                <a:cubicBezTo>
                  <a:pt x="831549" y="560935"/>
                  <a:pt x="776249" y="616235"/>
                  <a:pt x="708302" y="616235"/>
                </a:cubicBezTo>
                <a:close/>
                <a:moveTo>
                  <a:pt x="697418" y="21620"/>
                </a:moveTo>
                <a:cubicBezTo>
                  <a:pt x="693889" y="21620"/>
                  <a:pt x="689771" y="23238"/>
                  <a:pt x="686682" y="25738"/>
                </a:cubicBezTo>
                <a:cubicBezTo>
                  <a:pt x="639766" y="65447"/>
                  <a:pt x="613881" y="95303"/>
                  <a:pt x="591085" y="121776"/>
                </a:cubicBezTo>
                <a:lnTo>
                  <a:pt x="580643" y="133836"/>
                </a:lnTo>
                <a:cubicBezTo>
                  <a:pt x="529167" y="192665"/>
                  <a:pt x="467691" y="286939"/>
                  <a:pt x="467691" y="401214"/>
                </a:cubicBezTo>
                <a:lnTo>
                  <a:pt x="467691" y="492841"/>
                </a:lnTo>
                <a:cubicBezTo>
                  <a:pt x="467691" y="549022"/>
                  <a:pt x="513284" y="594615"/>
                  <a:pt x="569465" y="594615"/>
                </a:cubicBezTo>
                <a:lnTo>
                  <a:pt x="708302" y="594615"/>
                </a:lnTo>
                <a:cubicBezTo>
                  <a:pt x="764336" y="594615"/>
                  <a:pt x="810076" y="549022"/>
                  <a:pt x="810076" y="492841"/>
                </a:cubicBezTo>
                <a:lnTo>
                  <a:pt x="810076" y="354004"/>
                </a:lnTo>
                <a:cubicBezTo>
                  <a:pt x="810076" y="297822"/>
                  <a:pt x="764484" y="252230"/>
                  <a:pt x="708302" y="252230"/>
                </a:cubicBezTo>
                <a:lnTo>
                  <a:pt x="666828" y="252230"/>
                </a:lnTo>
                <a:cubicBezTo>
                  <a:pt x="659474" y="252230"/>
                  <a:pt x="653003" y="249141"/>
                  <a:pt x="648884" y="243699"/>
                </a:cubicBezTo>
                <a:cubicBezTo>
                  <a:pt x="643884" y="236934"/>
                  <a:pt x="642561" y="227375"/>
                  <a:pt x="645649" y="217226"/>
                </a:cubicBezTo>
                <a:cubicBezTo>
                  <a:pt x="653297" y="190753"/>
                  <a:pt x="663445" y="175017"/>
                  <a:pt x="683741" y="143396"/>
                </a:cubicBezTo>
                <a:cubicBezTo>
                  <a:pt x="692565" y="129718"/>
                  <a:pt x="703301" y="112952"/>
                  <a:pt x="716685" y="90744"/>
                </a:cubicBezTo>
                <a:cubicBezTo>
                  <a:pt x="720950" y="83684"/>
                  <a:pt x="721244" y="73242"/>
                  <a:pt x="717568" y="58682"/>
                </a:cubicBezTo>
                <a:cubicBezTo>
                  <a:pt x="714921" y="48093"/>
                  <a:pt x="710655" y="37209"/>
                  <a:pt x="704919" y="26179"/>
                </a:cubicBezTo>
                <a:cubicBezTo>
                  <a:pt x="703890" y="24120"/>
                  <a:pt x="702125" y="21620"/>
                  <a:pt x="697418" y="21620"/>
                </a:cubicBezTo>
                <a:close/>
                <a:moveTo>
                  <a:pt x="262230" y="616235"/>
                </a:moveTo>
                <a:lnTo>
                  <a:pt x="123394" y="616235"/>
                </a:lnTo>
                <a:cubicBezTo>
                  <a:pt x="55446" y="616235"/>
                  <a:pt x="0" y="560935"/>
                  <a:pt x="0" y="492841"/>
                </a:cubicBezTo>
                <a:lnTo>
                  <a:pt x="0" y="401214"/>
                </a:lnTo>
                <a:cubicBezTo>
                  <a:pt x="0" y="305470"/>
                  <a:pt x="40886" y="208108"/>
                  <a:pt x="118394" y="119570"/>
                </a:cubicBezTo>
                <a:lnTo>
                  <a:pt x="128689" y="107804"/>
                </a:lnTo>
                <a:cubicBezTo>
                  <a:pt x="150896" y="82067"/>
                  <a:pt x="178546" y="50005"/>
                  <a:pt x="226786" y="9266"/>
                </a:cubicBezTo>
                <a:cubicBezTo>
                  <a:pt x="233698" y="3383"/>
                  <a:pt x="242670" y="0"/>
                  <a:pt x="251494" y="0"/>
                </a:cubicBezTo>
                <a:cubicBezTo>
                  <a:pt x="263113" y="0"/>
                  <a:pt x="272820" y="5883"/>
                  <a:pt x="278114" y="16178"/>
                </a:cubicBezTo>
                <a:cubicBezTo>
                  <a:pt x="284586" y="28679"/>
                  <a:pt x="289439" y="41180"/>
                  <a:pt x="292527" y="53387"/>
                </a:cubicBezTo>
                <a:cubicBezTo>
                  <a:pt x="297675" y="73978"/>
                  <a:pt x="296646" y="89714"/>
                  <a:pt x="289145" y="101921"/>
                </a:cubicBezTo>
                <a:cubicBezTo>
                  <a:pt x="275614" y="124276"/>
                  <a:pt x="264731" y="141190"/>
                  <a:pt x="255907" y="155014"/>
                </a:cubicBezTo>
                <a:cubicBezTo>
                  <a:pt x="236199" y="185753"/>
                  <a:pt x="227227" y="199725"/>
                  <a:pt x="220462" y="223256"/>
                </a:cubicBezTo>
                <a:cubicBezTo>
                  <a:pt x="219285" y="227521"/>
                  <a:pt x="219874" y="230316"/>
                  <a:pt x="220315" y="230757"/>
                </a:cubicBezTo>
                <a:lnTo>
                  <a:pt x="262378" y="230610"/>
                </a:lnTo>
                <a:cubicBezTo>
                  <a:pt x="330325" y="230610"/>
                  <a:pt x="385771" y="285909"/>
                  <a:pt x="385771" y="354004"/>
                </a:cubicBezTo>
                <a:lnTo>
                  <a:pt x="385771" y="492841"/>
                </a:lnTo>
                <a:cubicBezTo>
                  <a:pt x="385477" y="560935"/>
                  <a:pt x="330178" y="616235"/>
                  <a:pt x="262230" y="616235"/>
                </a:cubicBezTo>
                <a:close/>
                <a:moveTo>
                  <a:pt x="251347" y="21620"/>
                </a:moveTo>
                <a:cubicBezTo>
                  <a:pt x="247818" y="21620"/>
                  <a:pt x="243699" y="23238"/>
                  <a:pt x="240611" y="25738"/>
                </a:cubicBezTo>
                <a:cubicBezTo>
                  <a:pt x="193547" y="65447"/>
                  <a:pt x="167663" y="95450"/>
                  <a:pt x="144867" y="121923"/>
                </a:cubicBezTo>
                <a:lnTo>
                  <a:pt x="134572" y="133836"/>
                </a:lnTo>
                <a:cubicBezTo>
                  <a:pt x="82949" y="192665"/>
                  <a:pt x="21620" y="286939"/>
                  <a:pt x="21620" y="401214"/>
                </a:cubicBezTo>
                <a:lnTo>
                  <a:pt x="21620" y="492841"/>
                </a:lnTo>
                <a:cubicBezTo>
                  <a:pt x="21620" y="549022"/>
                  <a:pt x="67212" y="594615"/>
                  <a:pt x="123394" y="594615"/>
                </a:cubicBezTo>
                <a:lnTo>
                  <a:pt x="262230" y="594615"/>
                </a:lnTo>
                <a:cubicBezTo>
                  <a:pt x="318412" y="594615"/>
                  <a:pt x="364005" y="549022"/>
                  <a:pt x="364005" y="492841"/>
                </a:cubicBezTo>
                <a:lnTo>
                  <a:pt x="364005" y="354004"/>
                </a:lnTo>
                <a:cubicBezTo>
                  <a:pt x="364005" y="297822"/>
                  <a:pt x="318412" y="252230"/>
                  <a:pt x="262230" y="252230"/>
                </a:cubicBezTo>
                <a:lnTo>
                  <a:pt x="220903" y="252230"/>
                </a:lnTo>
                <a:cubicBezTo>
                  <a:pt x="213550" y="252230"/>
                  <a:pt x="207225" y="249141"/>
                  <a:pt x="203107" y="243699"/>
                </a:cubicBezTo>
                <a:cubicBezTo>
                  <a:pt x="198107" y="236934"/>
                  <a:pt x="196783" y="227375"/>
                  <a:pt x="199724" y="217226"/>
                </a:cubicBezTo>
                <a:cubicBezTo>
                  <a:pt x="207373" y="190753"/>
                  <a:pt x="217520" y="175017"/>
                  <a:pt x="237816" y="143396"/>
                </a:cubicBezTo>
                <a:cubicBezTo>
                  <a:pt x="246641" y="129718"/>
                  <a:pt x="257377" y="112952"/>
                  <a:pt x="270761" y="90744"/>
                </a:cubicBezTo>
                <a:cubicBezTo>
                  <a:pt x="275026" y="83831"/>
                  <a:pt x="275320" y="73242"/>
                  <a:pt x="271643" y="58682"/>
                </a:cubicBezTo>
                <a:cubicBezTo>
                  <a:pt x="268996" y="48093"/>
                  <a:pt x="264731" y="37209"/>
                  <a:pt x="258995" y="26179"/>
                </a:cubicBezTo>
                <a:cubicBezTo>
                  <a:pt x="257818" y="24120"/>
                  <a:pt x="256053" y="21620"/>
                  <a:pt x="251347" y="21620"/>
                </a:cubicBezTo>
                <a:close/>
              </a:path>
            </a:pathLst>
          </a:custGeom>
          <a:gradFill>
            <a:gsLst>
              <a:gs pos="0">
                <a:srgbClr val="05A9FF"/>
              </a:gs>
              <a:gs pos="100000">
                <a:schemeClr val="accent2"/>
              </a:gs>
            </a:gsLst>
            <a:lin ang="5400000" scaled="1"/>
          </a:gradFill>
          <a:ln w="14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18E0070-502D-84D4-0F23-F15D85F4C9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7950" y="5473364"/>
            <a:ext cx="460375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1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8A8D21D-BC6F-0B16-B299-1A2CE5D6C5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7950" y="5730038"/>
            <a:ext cx="4603750" cy="2286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1200" b="0"/>
            </a:lvl1pPr>
            <a:lvl2pPr marL="173038" indent="0">
              <a:buNone/>
              <a:defRPr sz="1200"/>
            </a:lvl2pPr>
            <a:lvl3pPr marL="344487" indent="0">
              <a:buNone/>
              <a:defRPr sz="1200"/>
            </a:lvl3pPr>
            <a:lvl4pPr marL="517525" indent="0">
              <a:buNone/>
              <a:defRPr sz="1200"/>
            </a:lvl4pPr>
            <a:lvl5pPr marL="688975" indent="0">
              <a:buNone/>
              <a:defRPr sz="1200"/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A7A93AA3-98F1-754D-9873-8C34D4D76026}"/>
              </a:ext>
            </a:extLst>
          </p:cNvPr>
          <p:cNvSpPr txBox="1">
            <a:spLocks/>
          </p:cNvSpPr>
          <p:nvPr userDrawn="1"/>
        </p:nvSpPr>
        <p:spPr>
          <a:xfrm>
            <a:off x="287769" y="6292415"/>
            <a:ext cx="338861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404250C-081D-1E49-AC43-BC6715A416E0}" type="slidenum">
              <a:rPr lang="en-US" sz="600" b="1" smtClean="0">
                <a:solidFill>
                  <a:schemeClr val="tx1">
                    <a:alpha val="50000"/>
                  </a:schemeClr>
                </a:solidFill>
              </a:rPr>
              <a:pPr algn="ctr"/>
              <a:t>‹#›</a:t>
            </a:fld>
            <a:endParaRPr lang="en-US" sz="600" b="1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984A648-37B1-414C-EB60-1003D1BE63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13"/>
          <a:stretch/>
        </p:blipFill>
        <p:spPr>
          <a:xfrm>
            <a:off x="685801" y="685801"/>
            <a:ext cx="598067" cy="20365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0EF478D-6779-36B5-030A-FFF8DBA93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874893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128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3A9E1C2A-40BA-4CB7-4E4D-D44E70517D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59C7C4E-F587-AC20-B404-7F5ECAA525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26"/>
          <a:stretch/>
        </p:blipFill>
        <p:spPr>
          <a:xfrm>
            <a:off x="5638976" y="1828800"/>
            <a:ext cx="914049" cy="311285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F1F226-4CA3-B80F-1A6D-530F0C076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083226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erial view of a city&#10;&#10;Description automatically generated">
            <a:extLst>
              <a:ext uri="{FF2B5EF4-FFF2-40B4-BE49-F238E27FC236}">
                <a16:creationId xmlns:a16="http://schemas.microsoft.com/office/drawing/2014/main" id="{8A0CAA90-599A-1D2D-BE05-908239529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txBody>
          <a:bodyPr vert="horz" lIns="0" tIns="0" rIns="0" bIns="0" rtlCol="0">
            <a:no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C34C5F-68C5-3DF5-610E-5E7B721E9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26"/>
          <a:stretch/>
        </p:blipFill>
        <p:spPr>
          <a:xfrm>
            <a:off x="5638976" y="1828800"/>
            <a:ext cx="914049" cy="31128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08B0B3-3072-FE5D-3588-38E1850CF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095549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9" descr="A close-up of a building&#10;&#10;Description automatically generated">
            <a:extLst>
              <a:ext uri="{FF2B5EF4-FFF2-40B4-BE49-F238E27FC236}">
                <a16:creationId xmlns:a16="http://schemas.microsoft.com/office/drawing/2014/main" id="{43F3B212-0650-D3B7-E3C9-4D9F731D3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txBody>
          <a:bodyPr vert="horz" lIns="0" tIns="0" rIns="0" bIns="0" rtlCol="0">
            <a:no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4AF164-593F-75E8-C158-9B3D9DE84B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" r="26"/>
          <a:stretch/>
        </p:blipFill>
        <p:spPr>
          <a:xfrm>
            <a:off x="5638976" y="1828800"/>
            <a:ext cx="914049" cy="31128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8A3233-D767-6D2D-A746-66BC403C3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83902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: Thank you Custom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36CAA40-11C6-CDD7-7645-15E9C87E0D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noFill/>
          <a:ln>
            <a:noFill/>
          </a:ln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picture, and send to back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0F77A8AD-0412-D679-2787-0AF77CDB5A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F794E6-72D3-1E48-BAE4-7EF0C3F96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200" y="2743200"/>
            <a:ext cx="10821600" cy="1371600"/>
          </a:xfrm>
        </p:spPr>
        <p:txBody>
          <a:bodyPr wrap="square" lIns="0" tIns="0" rIns="0" bIns="0" anchor="ctr" anchorCtr="0">
            <a:noAutofit/>
          </a:bodyPr>
          <a:lstStyle>
            <a:lvl1pPr algn="ctr">
              <a:defRPr sz="54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4E9197-0E16-9AD0-DEFE-FE624AA46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796529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 descr="A colorful waves with dots and lights&#10;&#10;Description automatically generated with medium confidence">
            <a:extLst>
              <a:ext uri="{FF2B5EF4-FFF2-40B4-BE49-F238E27FC236}">
                <a16:creationId xmlns:a16="http://schemas.microsoft.com/office/drawing/2014/main" id="{3A9E1C2A-40BA-4CB7-4E4D-D44E70517D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B282CD-961E-454C-8129-F92950F45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4380614" y="2844814"/>
            <a:ext cx="3430540" cy="1168372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7564B-8343-2A15-963B-A69931816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462586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erial view of a city&#10;&#10;Description automatically generated">
            <a:extLst>
              <a:ext uri="{FF2B5EF4-FFF2-40B4-BE49-F238E27FC236}">
                <a16:creationId xmlns:a16="http://schemas.microsoft.com/office/drawing/2014/main" id="{95F12428-31AD-3270-AA8E-F87D3A24F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1" y="0"/>
            <a:ext cx="1218882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B282CD-961E-454C-8129-F92950F45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4380614" y="2844814"/>
            <a:ext cx="3430540" cy="116837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C4CE-0175-A3A1-3E93-D8E3C38E2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93148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close up of lights&#10;&#10;Description automatically generated">
            <a:extLst>
              <a:ext uri="{FF2B5EF4-FFF2-40B4-BE49-F238E27FC236}">
                <a16:creationId xmlns:a16="http://schemas.microsoft.com/office/drawing/2014/main" id="{52DB1B37-B965-DC69-E35D-1F56006399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F4B6F7-93C8-E066-FD73-DABB4DFCD4D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B7975-3B80-AC46-80B7-7596A895F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0" y="4799700"/>
            <a:ext cx="10044000" cy="687600"/>
          </a:xfr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B282CD-961E-454C-8129-F92950F45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" r="23"/>
          <a:stretch/>
        </p:blipFill>
        <p:spPr>
          <a:xfrm>
            <a:off x="4380614" y="2844814"/>
            <a:ext cx="3430540" cy="1168372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B065615-C044-2A39-D797-581FF43C8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67924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5ACBF0"/>
          </p15:clr>
        </p15:guide>
        <p15:guide id="2" pos="4128">
          <p15:clr>
            <a:srgbClr val="5ACBF0"/>
          </p15:clr>
        </p15:guide>
        <p15:guide id="3" orient="horz" pos="3024">
          <p15:clr>
            <a:srgbClr val="5ACBF0"/>
          </p15:clr>
        </p15:guide>
        <p15:guide id="4" orient="horz" pos="3456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p="http://schemas.openxmlformats.org/presentationml/2006/main" type="blank" preserve="1">
  <p:cSld name="End of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D0389B-2D1F-4848-A9BB-0548CDA2F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4B5B1-29BF-4C96-831D-2FFC45D4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7535" y="6446520"/>
            <a:ext cx="1828800" cy="137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99430-8D29-4F77-8281-876599D1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Global Healthcare Exchange, LLC. GHX proprietary information. Do not copy or distribute.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8A499-8276-4A10-9835-74A77FA4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792" y="6446520"/>
            <a:ext cx="665408" cy="137160"/>
          </a:xfrm>
          <a:prstGeom prst="rect">
            <a:avLst/>
          </a:prstGeom>
        </p:spPr>
        <p:txBody>
          <a:bodyPr/>
          <a:lstStyle/>
          <a:p>
            <a:fld id="{B2643E34-DC33-45ED-8E33-EC0D5991E9A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7E6298-38BA-F7A9-122A-E666CEBC0E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18DAD4-F04F-05F1-E435-37952E184F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C1443-2B3B-CB72-D0DE-C2584E22B5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cap="all" baseline="0">
                <a:solidFill>
                  <a:srgbClr val="FFFFFF"/>
                </a:solidFill>
              </a:rPr>
              <a:t>Do not use layouts past this point</a:t>
            </a:r>
          </a:p>
        </p:txBody>
      </p:sp>
    </p:spTree>
    <p:extLst>
      <p:ext uri="{BB962C8B-B14F-4D97-AF65-F5344CB8AC3E}">
        <p14:creationId xmlns:p14="http://schemas.microsoft.com/office/powerpoint/2010/main" val="1707561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theme" Target="../theme/theme1.xml"/><Relationship Id="rId68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BDFA8-3817-4733-A7E6-C391835FC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10820400" cy="4343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FBA51-83A7-418F-9111-FF640E9D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70046"/>
            <a:ext cx="10820400" cy="103327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8890C-677F-4C91-82E6-627D8C881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92415"/>
            <a:ext cx="437515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© 2026 Global Healthcare Exchange, LLC. GHX proprietary information. Do not copy or distribute.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097997-B105-42B4-5128-F4F564B462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l="19" r="19"/>
          <a:stretch/>
        </p:blipFill>
        <p:spPr>
          <a:xfrm>
            <a:off x="11204057" y="6363085"/>
            <a:ext cx="597991" cy="2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  <p:sldLayoutId id="2147483822" r:id="rId23"/>
    <p:sldLayoutId id="2147483823" r:id="rId24"/>
    <p:sldLayoutId id="2147483824" r:id="rId25"/>
    <p:sldLayoutId id="2147483825" r:id="rId26"/>
    <p:sldLayoutId id="2147483826" r:id="rId27"/>
    <p:sldLayoutId id="2147483827" r:id="rId28"/>
    <p:sldLayoutId id="2147483828" r:id="rId29"/>
    <p:sldLayoutId id="2147483829" r:id="rId30"/>
    <p:sldLayoutId id="2147483830" r:id="rId31"/>
    <p:sldLayoutId id="2147483831" r:id="rId32"/>
    <p:sldLayoutId id="2147483832" r:id="rId33"/>
    <p:sldLayoutId id="2147483833" r:id="rId34"/>
    <p:sldLayoutId id="2147483834" r:id="rId35"/>
    <p:sldLayoutId id="2147483835" r:id="rId36"/>
    <p:sldLayoutId id="2147483836" r:id="rId37"/>
    <p:sldLayoutId id="2147483837" r:id="rId38"/>
    <p:sldLayoutId id="2147483838" r:id="rId39"/>
    <p:sldLayoutId id="2147483839" r:id="rId40"/>
    <p:sldLayoutId id="2147483840" r:id="rId41"/>
    <p:sldLayoutId id="2147483841" r:id="rId42"/>
    <p:sldLayoutId id="2147483842" r:id="rId43"/>
    <p:sldLayoutId id="2147483843" r:id="rId44"/>
    <p:sldLayoutId id="2147483844" r:id="rId45"/>
    <p:sldLayoutId id="2147483845" r:id="rId46"/>
    <p:sldLayoutId id="2147483846" r:id="rId47"/>
    <p:sldLayoutId id="2147483847" r:id="rId48"/>
    <p:sldLayoutId id="2147483848" r:id="rId49"/>
    <p:sldLayoutId id="2147483849" r:id="rId50"/>
    <p:sldLayoutId id="2147483850" r:id="rId51"/>
    <p:sldLayoutId id="2147483851" r:id="rId52"/>
    <p:sldLayoutId id="2147483852" r:id="rId53"/>
    <p:sldLayoutId id="2147483853" r:id="rId54"/>
    <p:sldLayoutId id="2147483854" r:id="rId55"/>
    <p:sldLayoutId id="2147483855" r:id="rId56"/>
    <p:sldLayoutId id="2147483856" r:id="rId57"/>
    <p:sldLayoutId id="2147483857" r:id="rId58"/>
    <p:sldLayoutId id="2147483858" r:id="rId59"/>
    <p:sldLayoutId id="2147483859" r:id="rId60"/>
    <p:sldLayoutId id="2147483860" r:id="rId61"/>
    <p:sldLayoutId id="2147483861" r:id="rId62"/>
    <p:sldLayoutId id="2147483862" r:id="rId6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120000"/>
        </a:lnSpc>
        <a:spcBef>
          <a:spcPts val="1200"/>
        </a:spcBef>
        <a:buFont typeface="Aptos" panose="020B00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0375" indent="-233363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25475" indent="-165100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8513" indent="-173038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71450" algn="l" defTabSz="914400" rtl="0" eaLnBrk="1" latinLnBrk="0" hangingPunct="1">
        <a:lnSpc>
          <a:spcPct val="120000"/>
        </a:lnSpc>
        <a:spcBef>
          <a:spcPts val="600"/>
        </a:spcBef>
        <a:buFont typeface="Aptos" panose="020B0004020202020204" pitchFamily="34" charset="0"/>
        <a:buChar char="−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432">
          <p15:clr>
            <a:srgbClr val="F26B43"/>
          </p15:clr>
        </p15:guide>
        <p15:guide id="4" pos="868">
          <p15:clr>
            <a:srgbClr val="F26B43"/>
          </p15:clr>
        </p15:guide>
        <p15:guide id="5" pos="1012">
          <p15:clr>
            <a:srgbClr val="F26B43"/>
          </p15:clr>
        </p15:guide>
        <p15:guide id="6" pos="1448">
          <p15:clr>
            <a:srgbClr val="F26B43"/>
          </p15:clr>
        </p15:guide>
        <p15:guide id="7" pos="1592">
          <p15:clr>
            <a:srgbClr val="F26B43"/>
          </p15:clr>
        </p15:guide>
        <p15:guide id="8" pos="2028">
          <p15:clr>
            <a:srgbClr val="F26B43"/>
          </p15:clr>
        </p15:guide>
        <p15:guide id="9" pos="2172">
          <p15:clr>
            <a:srgbClr val="F26B43"/>
          </p15:clr>
        </p15:guide>
        <p15:guide id="10" pos="2608">
          <p15:clr>
            <a:srgbClr val="F26B43"/>
          </p15:clr>
        </p15:guide>
        <p15:guide id="11" pos="2752">
          <p15:clr>
            <a:srgbClr val="F26B43"/>
          </p15:clr>
        </p15:guide>
        <p15:guide id="12" pos="3188">
          <p15:clr>
            <a:srgbClr val="F26B43"/>
          </p15:clr>
        </p15:guide>
        <p15:guide id="13" pos="3332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48">
          <p15:clr>
            <a:srgbClr val="F26B43"/>
          </p15:clr>
        </p15:guide>
        <p15:guide id="17" pos="4492">
          <p15:clr>
            <a:srgbClr val="F26B43"/>
          </p15:clr>
        </p15:guide>
        <p15:guide id="18" pos="4928">
          <p15:clr>
            <a:srgbClr val="F26B43"/>
          </p15:clr>
        </p15:guide>
        <p15:guide id="19" pos="5072">
          <p15:clr>
            <a:srgbClr val="F26B43"/>
          </p15:clr>
        </p15:guide>
        <p15:guide id="20" pos="5508">
          <p15:clr>
            <a:srgbClr val="F26B43"/>
          </p15:clr>
        </p15:guide>
        <p15:guide id="21" pos="5652">
          <p15:clr>
            <a:srgbClr val="F26B43"/>
          </p15:clr>
        </p15:guide>
        <p15:guide id="22" pos="6088">
          <p15:clr>
            <a:srgbClr val="F26B43"/>
          </p15:clr>
        </p15:guide>
        <p15:guide id="23" pos="6232">
          <p15:clr>
            <a:srgbClr val="F26B43"/>
          </p15:clr>
        </p15:guide>
        <p15:guide id="24" pos="6668">
          <p15:clr>
            <a:srgbClr val="F26B43"/>
          </p15:clr>
        </p15:guide>
        <p15:guide id="25" pos="6812">
          <p15:clr>
            <a:srgbClr val="F26B43"/>
          </p15:clr>
        </p15:guide>
        <p15:guide id="26" pos="7248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432">
          <p15:clr>
            <a:srgbClr val="F26B43"/>
          </p15:clr>
        </p15:guide>
        <p15:guide id="30" orient="horz" pos="1008">
          <p15:clr>
            <a:srgbClr val="F26B43"/>
          </p15:clr>
        </p15:guide>
        <p15:guide id="31" orient="horz" pos="1152">
          <p15:clr>
            <a:srgbClr val="F26B43"/>
          </p15:clr>
        </p15:guide>
        <p15:guide id="32" orient="horz" pos="1728">
          <p15:clr>
            <a:srgbClr val="F26B43"/>
          </p15:clr>
        </p15:guide>
        <p15:guide id="33" orient="horz" pos="1872">
          <p15:clr>
            <a:srgbClr val="F26B43"/>
          </p15:clr>
        </p15:guide>
        <p15:guide id="34" orient="horz" pos="2448">
          <p15:clr>
            <a:srgbClr val="F26B43"/>
          </p15:clr>
        </p15:guide>
        <p15:guide id="35" orient="horz" pos="259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312">
          <p15:clr>
            <a:srgbClr val="F26B43"/>
          </p15:clr>
        </p15:guide>
        <p15:guide id="38" orient="horz" pos="38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2.xml"/></Relationships>
</file>

<file path=ppt/slides/_rels/slide1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3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7.xml"/></Relationships>
</file>

<file path=ppt/slides/_rels/slide2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1.xml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0.xml"/>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5.xml"/></Relationships>
</file>

<file path=ppt/slides/_rels/slide2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7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4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2.xml"/></Relationships>
</file>

<file path=ppt/slides/_rels/slide2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6.xml"/></Relationships>
</file>

<file path=ppt/slides/_rels/slide2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8.xml"/></Relationships>
</file>

<file path=ppt/slides/_rels/slide3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60.xml"/></Relationships>
</file>

<file path=ppt/slides/_rels/slide3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6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A04E1A-8727-6F8F-1FB6-D0C58E54E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6B27ED8-4B0F-51AA-9C6D-44092BBCD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D0741-1695-CB1F-53F8-53211D1EA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97136334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9E7421-6391-4305-867A-A6C916123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C076344-1416-2E85-4AFF-687DD8D5D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7210B-5D52-700C-9FA0-668EDCE55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21229960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FBA4C4-C39F-811D-2BDF-E80EEFD5C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547A90-BAB2-F3C8-6498-B2EA4921D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2EF7E-9973-C41E-707B-DAA77D8F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30657235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FB3936-3CEF-34F9-52CE-317350ADFE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AE55BE1-5CEC-BAB4-981A-6B8B070F6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6C196D-1D02-6AA2-A27D-2F02BEF9F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15BBB-FD44-FD07-335D-8F05E6940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75746391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FBA619-F981-77D7-4A47-10418389D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B5E1D23-5C1C-1D6C-6F7C-18B692CCA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030DB9-1DC3-4755-22EB-444B1FE70A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1B932-23E1-C6DA-2C1C-28810F6A6C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26557471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5311D-8043-F2DF-3E22-C741BB48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FDD170-BF25-EA08-CDC5-8D06CA0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9442-84CA-03D9-A724-74823DE25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2746324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F7A16A3-E14A-007E-93A8-C67481BE54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F4120C-7A4C-9371-3374-BFA9247D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3DE14B-0C1E-A74B-9651-B4DC7C05B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C0CEAB-302E-5BF0-7A11-3C8D73708E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4284A-19A8-0F51-02A4-D4792D23E8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96274063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348CA7-2595-6F6D-C9EB-D8B83D8D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E1D4CF-8E0C-7189-82AB-E8584F836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7460A-EA5E-5DCC-8D6E-5712A3A30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34795860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273D19-6AA4-EACF-3D30-F81311D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1C36377-1EF0-92E9-385E-FA4AC4444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C128845-08B7-2253-7F20-C522A353B9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91F1E4-659D-FC69-39A1-7E7C4F8F55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A84A-3314-605C-6178-7E4FC75C5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07241092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E0C5DD-BCA1-D892-A09B-6B24B0A8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8C474E4-505B-5BE9-92DA-44173F0BD8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F2A89-B6AC-BB6C-5F3C-BEC429113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3908140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C8FEE246-9A16-FDFD-A39A-120A59B576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36A22B-8D40-EA99-D2C8-F23D3813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5BBC1F4-07FD-70F1-1280-215BCDD996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B4086-19B5-C327-D810-247DC8B441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560964150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259850-2A2D-154C-5077-673CF32662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F570EF-FC50-BCF1-F724-90F4B5F63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39270-D2D2-95C2-6C0A-6AF4E1022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00255068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52EFF1-9714-A9F3-9B5C-0091B9C2219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F3A86F4-D7E1-4DBA-A9E4-E9B68C009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6F1847-BF8F-72A8-C28B-D219D2C5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76B95-0767-DD1B-7FC1-0A7300CBE3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95997397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63513616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170476-C2A2-41B1-4B23-8B037944B1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6A6AD1-B450-FE7F-100A-62DB8C9CB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0534-2483-FB73-6097-4CF77B8DC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274701136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224688-BAC3-5121-F1F2-01B537E22A6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23A5F6-BD62-CBF5-C01C-2B5F0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371CB-D5F9-5992-5814-05AD711F6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968867577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ED073D-4F71-2BF3-C2A2-C30A0F171C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F3AB17A-74D3-1303-93CC-1F69C9CC5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126B53-AA1B-1270-D3FE-26E81E70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ADC7-8770-84E0-ABF3-2274EF66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598282703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D15A-9D4E-88B9-0271-552F7AE2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9C0CF7-EA42-1061-6C7D-BCFEB9EB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1DFE-8352-0D6F-3402-EF70A7F625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5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Global Healthcare Exchange, LLC. GHX proprietary information. Do not copy or distribute.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92D07D-B31E-C59E-0C8B-3A7059AAC2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90471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DE162-B769-F34C-CF96-B523316FE9B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30B725-E094-A64A-E586-325484F8D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7DCEA97-BB48-426B-97D9-E79BF7229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D55EE0-0C6C-387A-4FFC-BAA577F8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2E8D7-F956-28C2-7C18-7FC2430E5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442553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7F5515-AFC8-92A5-0CE2-B63BAAD374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313BFB-470C-4AE1-3CEC-D03EFE4081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8C66072-311C-9A84-838B-D911527FBA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B6C264-04A0-7943-920E-E4E29BBB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73318-EBE8-DFF8-662C-8C885741EB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1470624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DF84D9-DF31-0232-7554-D4B4F2D1483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5C00BC-9B75-1266-DBBF-67E6E96BA8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9A7350-200D-36C1-10AF-D203BF1AEA0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E2DDB2-9781-06EB-C31D-ADAF568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11522-F523-F601-D5DB-802E9585A4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024131158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8C99AF-B820-CD96-AEB1-2A1699598EF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88CF50-C720-AD9F-4FE2-E222A5CF00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C46DE3-A6FA-4F42-03C9-0182B2DB73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820853B-2169-1097-A8BE-9CB40CCEF0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2F8FE7-1357-EF09-E536-2C16C19D66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412E112-0CDB-4189-A353-2CAFCA5AE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D866E-8800-797C-97E7-3C5F3097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0B64C-06BE-30E3-8174-C0988AC182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248064509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D63321-EF42-B444-C35B-B79CFFE5BB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0B017C-DC19-E41A-61ED-38777EB4519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10BC4-DCAF-6AE1-FB02-5A3B8B7D41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66D10C-35F8-2D2A-4968-97EC08549EB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BCA4D2B-3273-830C-AC12-01846933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20F9-C21C-39B0-729A-8341544D2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684205416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70726F-B378-B599-21BC-C902D9C92A2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5F193C-EBD0-8555-B8E6-BEBAC4065B7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7E0CC74-AB90-756F-1167-0580853BF77D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261CBC-2C9D-2F31-A322-65665E1DFB8F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FB797CF-5431-DBBF-D0CA-8194D301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BCBBB6-7C13-7AA6-FD31-58CA67F280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806993350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4BC649-ABD8-0D80-0711-77EF2677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38DFC36-F79F-955E-5187-2B6ACA0AC8F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67DE8A-97DF-8629-E535-AF7A540E32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2975AFD0-AA40-4836-4DEF-249CB7F52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25A0F9-5BB0-6E2F-DFD3-348DAA5BD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252218491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6951-545B-6E1C-C9F1-3C457692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25C6-565E-D10D-FB7F-1891AAACEB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CA93F-3BF0-A94C-FDB6-61D9D664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208289894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B2EF-B683-196B-A0F1-79E137DF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7AD617-D38F-CCA4-EB55-CD12A99540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292415"/>
            <a:ext cx="4375150" cy="274320"/>
          </a:xfrm>
        </p:spPr>
        <p:txBody>
          <a:bodyPr anchor="b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© 2026 Global Healthcare Exchange, LLC. GHX proprietary information. Do not copy or distribute.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C79F8E-FF52-3341-1EF7-E81ACFD6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69001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2BB6-2F35-96FD-EB19-4428E026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9A8833-ACFF-9DD3-0D53-311F28B6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736A46-6A39-2936-B508-4926D6B95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3" name="Footer Placeholder 82">
            <a:extLst>
              <a:ext uri="{FF2B5EF4-FFF2-40B4-BE49-F238E27FC236}">
                <a16:creationId xmlns:a16="http://schemas.microsoft.com/office/drawing/2014/main" id="{11A20310-6040-E287-0E5B-A3E62B595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5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03338893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61C9C3-4C0F-52A9-AF89-7D5E0861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415E2C-83A8-255B-204C-E2C7F0E38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01807-96EE-3282-1C35-157062F50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35661234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39803D-1521-D7EC-B909-7E30C1EBD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8316-4F4E-646B-D74D-38212B81F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122643956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A64009-146A-A716-F8FD-637B184940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71696-6D64-E14B-78E7-367B38FB9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2100709560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A04E1A-8727-6F8F-1FB6-D0C58E54E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Exchange Resiliency Update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6B27ED8-4B0F-51AA-9C6D-44092BBCD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Promised vs. Completed Work Analysis  |  June 26, 2026  |  Marten Engblom for CJ Singh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D0741-1695-CB1F-53F8-53211D1EA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52EFF1-9714-A9F3-9B5C-0091B9C2219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01  Executive Summary &amp; Overall Progress</a:t>
            </a:r>
          </a:p>
          <a:p>
            <a:r>
              <a:t>02  Database &amp; Data Layer</a:t>
            </a:r>
          </a:p>
          <a:p>
            <a:r>
              <a:t>03  Architectural Decoupling</a:t>
            </a:r>
          </a:p>
          <a:p>
            <a:r>
              <a:t>04  Infrastructure &amp; Resilience</a:t>
            </a:r>
          </a:p>
          <a:p>
            <a:r>
              <a:t>05  Observability &amp; Operations</a:t>
            </a:r>
          </a:p>
          <a:p>
            <a:r>
              <a:t>06  Process, Governance &amp; Security</a:t>
            </a:r>
          </a:p>
          <a:p>
            <a:r>
              <a:t>07  Key Metrics &amp; Impact</a:t>
            </a:r>
          </a:p>
          <a:p>
            <a:r>
              <a:t>08  Analysis &amp; Strategic Implications</a:t>
            </a:r>
          </a:p>
          <a:p>
            <a:r>
              <a:t>09  Next Steps &amp; Recommendations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F3A86F4-D7E1-4DBA-A9E4-E9B68C009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Exchange Resiliency · June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6F1847-BF8F-72A8-C28B-D219D2C5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76B95-0767-DD1B-7FC1-0A7300CBE3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ED073D-4F71-2BF3-C2A2-C30A0F171C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43% of promised work completed and deployed to production</a:t>
            </a:r>
          </a:p>
          <a:p>
            <a:r>
              <a:t>30% actively in progress — sustained momentum across all dimensions</a:t>
            </a:r>
          </a:p>
          <a:p>
            <a:r>
              <a:t>27% status unclear — candidates for director input sessions</a:t>
            </a:r>
          </a:p>
          <a:p>
            <a:r>
              <a:t>54 distinct initiatives tracked across 5 resiliency dimensions</a:t>
            </a:r>
          </a:p>
          <a:p/>
          <a:p>
            <a:r>
              <a:t>Strongest performance: Observability &amp; Operations — 75% complete</a:t>
            </a:r>
          </a:p>
          <a:p>
            <a:r>
              <a:t>Most active: Database &amp; Data Layer, Infrastructure &amp; Resilience</a:t>
            </a:r>
          </a:p>
          <a:p/>
          <a:p>
            <a:r>
              <a:t>Status:  ✅ Completed  |  🔄 In Progress  |  ❓ Unknown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F3AB17A-74D3-1303-93CC-1F69C9CC5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18 months of delivery across 5 resiliency dimensions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126B53-AA1B-1270-D3FE-26E81E70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ADC7-8770-84E0-ABF3-2274EF66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5C0D15A-9D4E-88B9-0271-552F7AE2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9C0CF7-EA42-1061-6C7D-BCFEB9EB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Progress Across All Dimensions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1DFE-8352-0D6F-3402-EF70A7F625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5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Global Healthcare Exchange, LLC. GHX proprietary information. Do not copy or distribute.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92D07D-B31E-C59E-0C8B-3A7059AAC2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Group                                  ✅ Done   🔄 Active   ❓ Unknown   Total</a:t>
            </a:r>
          </a:p>
          <a:p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r>
              <a:t>Database &amp; Data Layer                     5          4            3         12</a:t>
            </a:r>
          </a:p>
          <a:p>
            <a:r>
              <a:t>Architectural Decoupling                  3          4            6         13</a:t>
            </a:r>
          </a:p>
          <a:p>
            <a:r>
              <a:t>Infrastructure &amp; Resilience               4          5            2         11</a:t>
            </a:r>
          </a:p>
          <a:p>
            <a:r>
              <a:t>Observability &amp; Operations                6          0            2          8</a:t>
            </a:r>
          </a:p>
          <a:p>
            <a:r>
              <a:t>Process, Governance &amp; Security            5          3            2         10</a:t>
            </a:r>
          </a:p>
          <a:p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r>
              <a:t>TOTAL                                    23         16           15         54</a:t>
            </a:r>
          </a:p>
          <a:p/>
          <a:p>
            <a:r>
              <a:t>Observability 75%  ·  Process/Gov 50%  ·  Database 42%  ·  Infrastructure 36%  ·  Architecture 23%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5311D-8043-F2DF-3E22-C741BB48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Data Layer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FDD170-BF25-EA08-CDC5-8D06CA0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Dimension 01 of 05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9442-84CA-03D9-A724-74823DE25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✅  IBR User Data Separation Ph.2 &amp; 3 — 4 tables (~40% TPM footprint) moved to dedicated BR DB</a:t>
            </a:r>
          </a:p>
          <a:p>
            <a:r>
              <a:t>✅  BR User Data Cache Replacement — 80% reduction in TPM database reads (Aug 2025)</a:t>
            </a:r>
          </a:p>
          <a:p>
            <a:r>
              <a:t>✅  TPM Migration to Aurora — Multi-region sync for DR/failover (May 2026–present)</a:t>
            </a:r>
          </a:p>
          <a:p>
            <a:r>
              <a:t>✅  Semijoin Optimization — MySQL 8.0 incident fallout remediated (Jul 2025)</a:t>
            </a:r>
          </a:p>
          <a:p>
            <a:r>
              <a:t>✅  MEX Query Optimization — Prevent incidents from slow/bad queries (Jun 2026)</a:t>
            </a:r>
          </a:p>
          <a:p>
            <a:r>
              <a:t>✅  Move D Semaphore to Redis — Removes AuditDB/D Semaphore dependency (Feb 2026)</a:t>
            </a:r>
          </a:p>
          <a:p>
            <a:r>
              <a:t>✅  Data Retention — Cost savings + efficiency (Apr 2025)</a:t>
            </a:r>
          </a:p>
          <a:p>
            <a:r>
              <a:t>🔄  Atlas Migration — MongoDB → managed Atlas (ongoing)</a:t>
            </a:r>
          </a:p>
          <a:p>
            <a:r>
              <a:t>🔄  Elasticsearch → Elastic Cloud managed service (ongoing)</a:t>
            </a:r>
          </a:p>
          <a:p>
            <a:r>
              <a:t>🔄  IBR Data Migration  |  🔄 Replace direct DB calls with MEX APIs</a:t>
            </a:r>
          </a:p>
          <a:p>
            <a:r>
              <a:t>❓  ES depressurization  |  ❓ Registration query fixes  |  ❓ MyExchange query fixes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Data Layer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348CA7-2595-6F6D-C9EB-D8B83D8D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Decoupling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E1D4CF-8E0C-7189-82AB-E8584F836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Dimension 02 of 05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7460A-EA5E-5DCC-8D6E-5712A3A30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✅  SSO: Identity Service DB out of Audit Server — AuditDB degradation no longer impacts logins (Aug 2025)</a:t>
            </a:r>
          </a:p>
          <a:p>
            <a:r>
              <a:t>✅  SSO: TPM Database Separation Ph.1 — 52 tables migrated TPM DB → dedicated SSO DB (Nov 2025)</a:t>
            </a:r>
          </a:p>
          <a:p>
            <a:r>
              <a:t>✅  Dedicated API Gateway for Org API — External teams no longer forced to failover with Exchange (May 2026)</a:t>
            </a:r>
          </a:p>
          <a:p>
            <a:r>
              <a:t>✅  Tracking Engine Decoupling — Separate repo, dedicated Bamboo pipeline</a:t>
            </a:r>
          </a:p>
          <a:p>
            <a:r>
              <a:t>✅  Notifications Engine Decoupling — Separate repo, dedicated Bamboo pipeline</a:t>
            </a:r>
          </a:p>
          <a:p>
            <a:r>
              <a:t>✅  Visibility UIs Decoupled — Notifications, Transactions, Orders, Invoicing out of monolith</a:t>
            </a:r>
          </a:p>
          <a:p>
            <a:r>
              <a:t>✅  AdapterAPI Part 2 — IO adapters decoupled from TPM</a:t>
            </a:r>
          </a:p>
          <a:p>
            <a:r>
              <a:t>🔄  RC 2.0 Monolith Decoupling — API on GitHub; UI work not yet started (Feb 2026–present)</a:t>
            </a:r>
          </a:p>
          <a:p>
            <a:r>
              <a:t>🔄  Monolith Decoupling Spike Epic — Services mapped for migration planning (Jun 2026–present)</a:t>
            </a:r>
          </a:p>
          <a:p>
            <a:r>
              <a:t>🔄  User Data / IBR Decoupling (ongoing)</a:t>
            </a:r>
          </a:p>
          <a:p>
            <a:r>
              <a:t>❓  Hash Map LB  |  ❓ Dead Listener Refactor  |  ❓ Feed Processor Refactor  |  ❓ Data Poller overhaul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Decoupling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5311D-8043-F2DF-3E22-C741BB48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Resilience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FDD170-BF25-EA08-CDC5-8D06CA0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Dimension 03 of 05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9442-84CA-03D9-A724-74823DE25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✅  Performance Environment — Jan–Jun 2025; used for Atlas, Elastic Cloud, Aurora upgrade testing</a:t>
            </a:r>
          </a:p>
          <a:p>
            <a:r>
              <a:t>✅  EventBus Resiliency — Doc processing less impacted during incidents (Jul 2025)</a:t>
            </a:r>
          </a:p>
          <a:p>
            <a:r>
              <a:t>✅  Processing Engine Robustness — Threadpool tuning, tracking priorities, Java Flight Recorder (Apr 2025)</a:t>
            </a:r>
          </a:p>
          <a:p>
            <a:r>
              <a:t>✅  IO Guarantee — SQS Backup for Native Comms; improved reliability for critical flows</a:t>
            </a:r>
          </a:p>
          <a:p>
            <a:r>
              <a:t>✅  Industry Continuity Solution (ICS) — Deployed and active</a:t>
            </a:r>
          </a:p>
          <a:p>
            <a:r>
              <a:t>🔄  Disaster Recovery — DR drills, RTO 4hrs / RPO 2hrs targets, runbooks (ongoing)</a:t>
            </a:r>
          </a:p>
          <a:p>
            <a:r>
              <a:t>🔄  Tracking Resiliency Ph.1 &amp; 2 — Bugs + race conditions (Ph.3 pending)</a:t>
            </a:r>
          </a:p>
          <a:p>
            <a:r>
              <a:t>🔄  MongoDB to Atlas  |  🔄 Elasticsearch to Elastic Cloud  |  🔄 TPM to Aurora</a:t>
            </a:r>
          </a:p>
          <a:p>
            <a:r>
              <a:t>❓  Universal Scheduler Migration  |  ❓ Event Bus Next Generation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Resilience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348CA7-2595-6F6D-C9EB-D8B83D8D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Operations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E1D4CF-8E0C-7189-82AB-E8584F836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Dimension 04 of 05  ·  75% Complete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7460A-EA5E-5DCC-8D6E-5712A3A30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✅  Heartbeat: CoreX BI — CoreX BI, ABL, ILM, SQS/DQS metrics, DP Backlog visibility (Mar–Sep 2025)</a:t>
            </a:r>
          </a:p>
          <a:p>
            <a:r>
              <a:t>✅  Heartbeat: Configuration Cache — Reduced DynamoDB reads; lower costs + faster API response (Sep 2025)</a:t>
            </a:r>
          </a:p>
          <a:p>
            <a:r>
              <a:t>✅  Org API Automated Validation — Validation: multiple person-days → 2 minutes (May 2026)</a:t>
            </a:r>
          </a:p>
          <a:p>
            <a:r>
              <a:t>✅  Canary Program — Kinesis stream of Event Bus events; predictive monitoring deployed</a:t>
            </a:r>
          </a:p>
          <a:p>
            <a:r>
              <a:t>✅  CoreX BI Dashboard — Bulk Load tracking, document throughput, Heartbeat visibility</a:t>
            </a:r>
          </a:p>
          <a:p>
            <a:r>
              <a:t>✅  Feature Flagging — Safer incremental rollouts enabled</a:t>
            </a:r>
          </a:p>
          <a:p>
            <a:r>
              <a:t>✅  Incident Management Process Improvements — Mature escalation paths + executive comms protocols</a:t>
            </a:r>
          </a:p>
          <a:p>
            <a:r>
              <a:t>✅  Alerting &amp; Monitoring — Gaps addressed across stack</a:t>
            </a:r>
          </a:p>
          <a:p>
            <a:r>
              <a:t>❓  DB spike detection and alerting  |  ❓ SLA monitoring and rebate tracking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Operations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5311D-8043-F2DF-3E22-C741BB48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Process, Governance &amp; Security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FDD170-BF25-EA08-CDC5-8D06CA0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Dimension 05 of 05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9442-84CA-03D9-A724-74823DE25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✅  Mongo/Spring Library Upgrades — Mongo 8.X support, EOL libs remediated, vulnerability fixes (Aug 2025)</a:t>
            </a:r>
          </a:p>
          <a:p>
            <a:r>
              <a:t>✅  SSO: SAML Adapter — SAML protocol added to GHX SSO (Jan 2026)</a:t>
            </a:r>
          </a:p>
          <a:p>
            <a:r>
              <a:t>✅  SSO: Liquibase Execution Fix — Moved out of EC2 startup; eliminated release failures (Nov 2025)</a:t>
            </a:r>
          </a:p>
          <a:p>
            <a:r>
              <a:t>✅  Release Rigor &amp; Change Management — Multi-person go-live audit + CoreX permission audit</a:t>
            </a:r>
          </a:p>
          <a:p>
            <a:r>
              <a:t>✅  Customer Empathy Training — Team-wide rollout completed</a:t>
            </a:r>
          </a:p>
          <a:p>
            <a:r>
              <a:t>🔄  Red Mythos Exchange — Vulnerabilities within SLA, EOL elimination (Aaron ownership)</a:t>
            </a:r>
          </a:p>
          <a:p>
            <a:r>
              <a:t>🔄  All vulnerabilities within SLA (ongoing)  |  🔄 Eliminate EOL technologies</a:t>
            </a:r>
          </a:p>
          <a:p>
            <a:r>
              <a:t>❓  Testing Maturity improvements  |  ❓ Customer communication strategy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Process, Governance &amp; Security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ED073D-4F71-2BF3-C2A2-C30A0F171C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PERFORMANCE GAINS</a:t>
            </a:r>
          </a:p>
          <a:p>
            <a:r>
              <a:t>  · 80% reduction in TPM database reads (BR User Data Cache)</a:t>
            </a:r>
          </a:p>
          <a:p>
            <a:r>
              <a:t>  · 30 min → 5 min bulk load time (Org Search in Elasticsearch)</a:t>
            </a:r>
          </a:p>
          <a:p>
            <a:r>
              <a:t>  · Multiple person-days → 2 minutes validation (Org API GitHub automation)</a:t>
            </a:r>
          </a:p>
          <a:p/>
          <a:p>
            <a:r>
              <a:t>ARCHITECTURAL PROGRESS</a:t>
            </a:r>
          </a:p>
          <a:p>
            <a:r>
              <a:t>  · 52 tables migrated: TPM DB → dedicated SSO DB</a:t>
            </a:r>
          </a:p>
          <a:p>
            <a:r>
              <a:t>  · 4 tables migrated: TPM DB → dedicated BR DB (~40% of TPM footprint)</a:t>
            </a:r>
          </a:p>
          <a:p>
            <a:r>
              <a:t>  · 4 UIs fully decoupled from monolithic ALL repo</a:t>
            </a:r>
          </a:p>
          <a:p/>
          <a:p>
            <a:r>
              <a:t>RELIABILITY &amp; SECURITY</a:t>
            </a:r>
          </a:p>
          <a:p>
            <a:r>
              <a:t>  · Multi-region data sync enabled (Aurora migration)</a:t>
            </a:r>
          </a:p>
          <a:p>
            <a:r>
              <a:t>  · Performance environment preventing production incidents</a:t>
            </a:r>
          </a:p>
          <a:p>
            <a:r>
              <a:t>  · Mongo 8.X support, EOL remediated, SAML protocol added to SSO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F3AB17A-74D3-1303-93CC-1F69C9CC5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Quantifiable outcomes — 18 months of delivery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126B53-AA1B-1270-D3FE-26E81E70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&amp; Impact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ADC7-8770-84E0-ABF3-2274EF66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7F5515-AFC8-92A5-0CE2-B63BAAD374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COMPREHENSIVE EXECUTION</a:t>
            </a:r>
          </a:p>
          <a:p>
            <a:r>
              <a:t>Progress across all 5 dimensions — not cherry-picking easy wins.</a:t>
            </a:r>
          </a:p>
          <a:p/>
          <a:p>
            <a:r>
              <a:t>OPERATIONAL EXCELLENCE</a:t>
            </a:r>
          </a:p>
          <a:p>
            <a:r>
              <a:t>75% in Observability &amp; Operations. Mature monitoring, alerting, incident management now in place.</a:t>
            </a:r>
          </a:p>
          <a:p/>
          <a:p>
            <a:r>
              <a:t>THIS WEEK VALIDATES STRATEGY</a:t>
            </a:r>
          </a:p>
          <a:p>
            <a:r>
              <a:t>June 22–24: monolithic coupling caused 6 simultaneous issues. Every root cause addressed by ongoing work.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313BFB-470C-4AE1-3CEC-D03EFE4081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t>MOMENTUM SUSTAINED</a:t>
            </a:r>
          </a:p>
          <a:p>
            <a:r>
              <a:t>30% actively in progress. Atlas, ES, Aurora migrations all moving simultaneously.</a:t>
            </a:r>
          </a:p>
          <a:p/>
          <a:p>
            <a:r>
              <a:t>ARCHITECTURAL TRANSFORMATION</a:t>
            </a:r>
          </a:p>
          <a:p>
            <a:r>
              <a:t>Only 23% in Decoupling — expected given complexity. 4 major initiatives in flight.</a:t>
            </a:r>
          </a:p>
          <a:p/>
          <a:p>
            <a:r>
              <a:t>INFRASTRUCTURE READY</a:t>
            </a:r>
          </a:p>
          <a:p>
            <a:r>
              <a:t>Performance env, monitoring, incident processes mature. Foundation for next phase is set.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8C66072-311C-9A84-838B-D911527FBA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DOCUMENTATION NEEDED</a:t>
            </a:r>
          </a:p>
          <a:p>
            <a:r>
              <a:t>27% unclear — likely done but undocumented. Director input sessions recommended.</a:t>
            </a:r>
          </a:p>
          <a:p/>
          <a:p>
            <a:r>
              <a:t>CONWAY'S LAW OPPORTUNITY</a:t>
            </a:r>
          </a:p>
          <a:p>
            <a:r>
              <a:t>4 directors, 12 managers, small teams. Aligning team to service boundaries accelerates decoupling.</a:t>
            </a:r>
          </a:p>
          <a:p/>
          <a:p>
            <a:r>
              <a:t>NEXT PHASE</a:t>
            </a:r>
          </a:p>
          <a:p>
            <a:r>
              <a:t>Baselines needed: incident freq, MTTR, deploy freq, change failure rate, team autonomy scores.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B6C264-04A0-7943-920E-E4E29BBB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Data Tells Us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73318-EBE8-DFF8-662C-8C885741EB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CA1A5-49BC-5F3E-DBD5-4934C8FA8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June 22–24 Incident — Why This Work Matters</a:t>
            </a:r>
          </a:p>
          <a:p>
            <a:r>
              <a:t>  · Monolithic coupling caused 6 simultaneous issues</a:t>
            </a:r>
          </a:p>
          <a:p>
            <a:r>
              <a:t>  · Deployment pipeline fragility prevented rapid fixes</a:t>
            </a:r>
          </a:p>
          <a:p>
            <a:r>
              <a:t>  · Every root cause addressed by autonomous teams + continued decoupling</a:t>
            </a:r>
          </a:p>
          <a:p/>
          <a:p>
            <a:r>
              <a:t>Conway's Law — Structure Must Follow Architecture</a:t>
            </a:r>
          </a:p>
          <a:p>
            <a:r>
              <a:t>  · Org structure (4 directors, 12 managers, small teams) is in place</a:t>
            </a:r>
          </a:p>
          <a:p>
            <a:r>
              <a:t>  · Aligning team to service boundaries accelerates decoupling organically</a:t>
            </a:r>
          </a:p>
          <a:p/>
          <a:p>
            <a:r>
              <a:t>Infrastructure Foundation Is Ready</a:t>
            </a:r>
          </a:p>
          <a:p>
            <a:r>
              <a:t>  · Performance environment, monitoring, incident management: mature</a:t>
            </a:r>
          </a:p>
          <a:p>
            <a:r>
              <a:t>  · Confidence in production deployments significantly improved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DCD74F-68E9-8E05-EB89-9C1B5833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Implications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D1F44-E723-0EEC-6418-04FF130E4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DE162-B769-F34C-CF96-B523316FE9B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THIS WEEK (Done)</a:t>
            </a:r>
          </a:p>
          <a:p>
            <a:r>
              <a:t>✅ Completed items extracted from resiliency doc</a:t>
            </a:r>
          </a:p>
          <a:p>
            <a:r>
              <a:t>✅ All sections populated with Jira tickets &amp; metrics</a:t>
            </a:r>
          </a:p>
          <a:p/>
          <a:p>
            <a:r>
              <a:t>NEXT 2 WEEKS</a:t>
            </a:r>
          </a:p>
          <a:p>
            <a:r>
              <a:t>· Review with directors (Daniel, Aaron, Arshad, Ramesh)</a:t>
            </a:r>
          </a:p>
          <a:p>
            <a:r>
              <a:t>· Confirm 15 Unknown items</a:t>
            </a:r>
          </a:p>
          <a:p>
            <a:r>
              <a:t>· Aaron: Red Mythos status + metrics</a:t>
            </a:r>
          </a:p>
          <a:p>
            <a:r>
              <a:t>· All: customer empathy training dates, audit metrics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30B725-E094-A64A-E586-325484F8D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Q3 2026</a:t>
            </a:r>
          </a:p>
          <a:p>
            <a:r>
              <a:t>· Establish transformation success baselines:</a:t>
            </a:r>
          </a:p>
          <a:p>
            <a:r>
              <a:t>   — Incident frequency + MTTR</a:t>
            </a:r>
          </a:p>
          <a:p>
            <a:r>
              <a:t>   — Deployment frequency + change failure rate</a:t>
            </a:r>
          </a:p>
          <a:p>
            <a:r>
              <a:t>   — Team autonomy + cross-team dependency counts</a:t>
            </a:r>
          </a:p>
          <a:p>
            <a:r>
              <a:t>· Milestones docs for Atlas, ES, Aurora, DR drills</a:t>
            </a:r>
          </a:p>
          <a:p/>
          <a:p>
            <a:r>
              <a:t>Q4 2026+</a:t>
            </a:r>
          </a:p>
          <a:p>
            <a:r>
              <a:t>· Monthly report updates · Quarterly leadership reviews</a:t>
            </a:r>
          </a:p>
          <a:p>
            <a:r>
              <a:t>· Broader transformation story: internal + external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7DCEA97-BB48-426B-97D9-E79BF7229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Immediate · Q3 · Q4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D55EE0-0C6C-387A-4FFC-BAA577F8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2E8D7-F956-28C2-7C18-7FC2430E5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3DF2BB6-2F35-96FD-EB19-4428E026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9A8833-ACFF-9DD3-0D53-311F28B6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736A46-6A39-2936-B508-4926D6B95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Marten Engblom</a:t>
            </a:r>
          </a:p>
          <a:p>
            <a:r>
              <a:t>mengblom@ghx.com</a:t>
            </a:r>
          </a:p>
          <a:p/>
          <a:p>
            <a:r>
              <a:t>Prepared for: CJ Singh</a:t>
            </a:r>
          </a:p>
          <a:p>
            <a:r>
              <a:t>Report Date: June 26, 2026  |  Next Review: July 10, 2026</a:t>
            </a:r>
          </a:p>
        </p:txBody>
      </p:sp>
      <p:sp>
        <p:nvSpPr>
          <p:cNvPr id="83" name="Footer Placeholder 82">
            <a:extLst>
              <a:ext uri="{FF2B5EF4-FFF2-40B4-BE49-F238E27FC236}">
                <a16:creationId xmlns:a16="http://schemas.microsoft.com/office/drawing/2014/main" id="{11A20310-6040-E287-0E5B-A3E62B595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50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39803D-1521-D7EC-B909-7E30C1EBD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Exchange Resiliency Update</a:t>
            </a:r>
          </a:p>
          <a:p>
            <a:r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8316-4F4E-646B-D74D-38212B81F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Global Healthcare Exchange, LLC. GHX proprietary information. Do not copy or distribute.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GHX | 2025">
  <a:themeElements>
    <a:clrScheme name="GJX 02">
      <a:dk1>
        <a:sysClr val="windowText" lastClr="000000"/>
      </a:dk1>
      <a:lt1>
        <a:sysClr val="window" lastClr="FFFFFF"/>
      </a:lt1>
      <a:dk2>
        <a:srgbClr val="091431"/>
      </a:dk2>
      <a:lt2>
        <a:srgbClr val="EBEBEB"/>
      </a:lt2>
      <a:accent1>
        <a:srgbClr val="001473"/>
      </a:accent1>
      <a:accent2>
        <a:srgbClr val="0026E3"/>
      </a:accent2>
      <a:accent3>
        <a:srgbClr val="00D2FF"/>
      </a:accent3>
      <a:accent4>
        <a:srgbClr val="FF5E1A"/>
      </a:accent4>
      <a:accent5>
        <a:srgbClr val="FFDF00"/>
      </a:accent5>
      <a:accent6>
        <a:srgbClr val="C100FF"/>
      </a:accent6>
      <a:hlink>
        <a:srgbClr val="000000"/>
      </a:hlink>
      <a:folHlink>
        <a:srgbClr val="000000"/>
      </a:folHlink>
    </a:clrScheme>
    <a:fontScheme name="Aptos-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>
          <a:solidFill>
            <a:schemeClr val="tx1">
              <a:alpha val="2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1200"/>
          </a:spcBef>
          <a:defRPr sz="1600" dirty="0"/>
        </a:defPPr>
      </a:lstStyle>
    </a:txDef>
  </a:objectDefaults>
  <a:extraClrSchemeLst/>
  <a:custClrLst>
    <a:custClr name="Spark">
      <a:srgbClr val="FF0000"/>
    </a:custClr>
    <a:custClr name="Seafoam">
      <a:srgbClr val="00F3E7"/>
    </a:custClr>
    <a:custClr name="Graphite">
      <a:srgbClr val="3C3C4B"/>
    </a:custClr>
  </a:custClrLst>
  <a:extLst>
    <a:ext uri="{05A4C25C-085E-4340-85A3-A5531E510DB2}">
      <thm15:themeFamily xmlns:thm15="http://schemas.microsoft.com/office/thememl/2012/main" name="Office Theme" id="{7E6A0DE6-823B-4752-949B-4FC0438A5EB0}" vid="{316C03D4-55BA-49F3-9163-B795B285A11C}"/>
    </a:ext>
  </a:extLst>
</a:theme>
</file>

<file path=ppt/theme/theme2.xml><?xml version="1.0" encoding="utf-8"?>
<a:theme xmlns:a="http://schemas.openxmlformats.org/drawingml/2006/main" name="Office Theme">
  <a:themeElements>
    <a:clrScheme name="GHX 01">
      <a:dk1>
        <a:sysClr val="windowText" lastClr="000000"/>
      </a:dk1>
      <a:lt1>
        <a:sysClr val="window" lastClr="FFFFFF"/>
      </a:lt1>
      <a:dk2>
        <a:srgbClr val="091431"/>
      </a:dk2>
      <a:lt2>
        <a:srgbClr val="EBEBEB"/>
      </a:lt2>
      <a:accent1>
        <a:srgbClr val="001473"/>
      </a:accent1>
      <a:accent2>
        <a:srgbClr val="0026E3"/>
      </a:accent2>
      <a:accent3>
        <a:srgbClr val="00D2FF"/>
      </a:accent3>
      <a:accent4>
        <a:srgbClr val="FF5E1A"/>
      </a:accent4>
      <a:accent5>
        <a:srgbClr val="FFDF00"/>
      </a:accent5>
      <a:accent6>
        <a:srgbClr val="C200FF"/>
      </a:accent6>
      <a:hlink>
        <a:srgbClr val="000000"/>
      </a:hlink>
      <a:folHlink>
        <a:srgbClr val="000000"/>
      </a:folHlink>
    </a:clrScheme>
    <a:fontScheme name="Aptos-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HX 01">
      <a:dk1>
        <a:sysClr val="windowText" lastClr="000000"/>
      </a:dk1>
      <a:lt1>
        <a:sysClr val="window" lastClr="FFFFFF"/>
      </a:lt1>
      <a:dk2>
        <a:srgbClr val="091431"/>
      </a:dk2>
      <a:lt2>
        <a:srgbClr val="EBEBEB"/>
      </a:lt2>
      <a:accent1>
        <a:srgbClr val="001473"/>
      </a:accent1>
      <a:accent2>
        <a:srgbClr val="0026E3"/>
      </a:accent2>
      <a:accent3>
        <a:srgbClr val="00D2FF"/>
      </a:accent3>
      <a:accent4>
        <a:srgbClr val="FF5E1A"/>
      </a:accent4>
      <a:accent5>
        <a:srgbClr val="FFDF00"/>
      </a:accent5>
      <a:accent6>
        <a:srgbClr val="C200FF"/>
      </a:accent6>
      <a:hlink>
        <a:srgbClr val="000000"/>
      </a:hlink>
      <a:folHlink>
        <a:srgbClr val="000000"/>
      </a:folHlink>
    </a:clrScheme>
    <a:fontScheme name="Aptos-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558</Words>
  <Application>Microsoft Macintosh PowerPoint</Application>
  <PresentationFormat>Widescreen</PresentationFormat>
  <Paragraphs>31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Aptos</vt:lpstr>
      <vt:lpstr>1_GHX |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SlideRabbit</dc:creator>
  <cp:lastModifiedBy>Peter Nelson</cp:lastModifiedBy>
  <cp:revision>22</cp:revision>
  <dcterms:created xsi:type="dcterms:W3CDTF">2024-11-13T19:16:15Z</dcterms:created>
  <dcterms:modified xsi:type="dcterms:W3CDTF">2026-05-15T19:52:22Z</dcterms:modified>
</cp:coreProperties>
</file>