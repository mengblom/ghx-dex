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99" r:id="rId1"/>
  </p:sldMasterIdLst>
  <p:notesMasterIdLst>
    <p:notesMasterId r:id="rId19"/>
  </p:notesMasterIdLst>
  <p:handoutMasterIdLst>
    <p:handoutMasterId r:id="rId20"/>
  </p:handoutMasterIdLst>
  <p:sldIdLst>
    <p:sldId id="12583" r:id="rId2"/>
    <p:sldId id="12582" r:id="rId3"/>
    <p:sldId id="12596" r:id="rId4"/>
    <p:sldId id="12424" r:id="rId5"/>
    <p:sldId id="12604" r:id="rId6"/>
    <p:sldId id="12588" r:id="rId7"/>
    <p:sldId id="12579" r:id="rId8"/>
    <p:sldId id="12600" r:id="rId9"/>
    <p:sldId id="12599" r:id="rId10"/>
    <p:sldId id="12602" r:id="rId11"/>
    <p:sldId id="12601" r:id="rId12"/>
    <p:sldId id="12589" r:id="rId13"/>
    <p:sldId id="12580" r:id="rId14"/>
    <p:sldId id="12595" r:id="rId15"/>
    <p:sldId id="12590" r:id="rId16"/>
    <p:sldId id="12423" r:id="rId17"/>
    <p:sldId id="12605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 Slides" id="{D04B840A-0E96-7F44-9929-51F5A4323932}">
          <p14:sldIdLst>
            <p14:sldId id="12583"/>
          </p14:sldIdLst>
        </p14:section>
        <p14:section name="Detail Slides For building material" id="{7358DDDC-F062-1649-A20D-2B5F6C5A94AB}">
          <p14:sldIdLst>
            <p14:sldId id="12582"/>
            <p14:sldId id="12596"/>
            <p14:sldId id="12424"/>
            <p14:sldId id="12604"/>
          </p14:sldIdLst>
        </p14:section>
        <p14:section name="Divider Slides" id="{9C8287C5-0EC1-D94F-864F-7723A1F12904}">
          <p14:sldIdLst>
            <p14:sldId id="12588"/>
            <p14:sldId id="12579"/>
            <p14:sldId id="12600"/>
            <p14:sldId id="12599"/>
            <p14:sldId id="12602"/>
            <p14:sldId id="12601"/>
            <p14:sldId id="12589"/>
            <p14:sldId id="12580"/>
            <p14:sldId id="12595"/>
            <p14:sldId id="12590"/>
            <p14:sldId id="12423"/>
          </p14:sldIdLst>
        </p14:section>
        <p14:section name="Close" id="{BD988E6F-01C6-E54C-A9FC-34A365FF0778}">
          <p14:sldIdLst>
            <p14:sldId id="1260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5C6E08-252E-7032-6192-6CD7E745F46F}" v="7" dt="2026-05-15T14:47:13.223"/>
    <p1510:client id="{3E856F90-1021-3ABA-BCA9-4BE6A715F4E0}" v="1" dt="2026-05-15T15:17:59.990"/>
    <p1510:client id="{53466A43-A782-5473-D3DA-0C08C35A252D}" v="10" dt="2026-05-13T19:39:00.859"/>
    <p1510:client id="{75CB4A1B-C247-20F2-65DA-4233AF4C0391}" v="226" dt="2026-05-13T19:20:25.957"/>
    <p1510:client id="{BFA6D7C1-0035-6172-343B-CFB02F77D661}" v="1" dt="2026-05-13T19:27:54.291"/>
  </p1510:revLst>
</p1510:revInfo>
</file>

<file path=ppt/tableStyles.xml><?xml version="1.0" encoding="utf-8"?>
<a:tblStyleLst xmlns:a="http://schemas.openxmlformats.org/drawingml/2006/main" def="{9D7B26C5-4107-4FEC-AEDC-1716B250A1EF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500"/>
    <p:restoredTop sz="94640"/>
  </p:normalViewPr>
  <p:slideViewPr>
    <p:cSldViewPr snapToGrid="0">
      <p:cViewPr varScale="1">
        <p:scale>
          <a:sx n="146" d="100"/>
          <a:sy n="146" d="100"/>
        </p:scale>
        <p:origin x="168" y="1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3E69876-2BB9-4C13-BC90-4C5170103F2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sz="1100" b="1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D70B54-AA6F-4069-B867-90F5B6AD44A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51E737-F236-4BB9-8646-7AEE0862CFC7}" type="datetimeFigureOut">
              <a:rPr lang="en-US" sz="800" smtClean="0"/>
              <a:t>6/26/26</a:t>
            </a:fld>
            <a:endParaRPr lang="en-US" sz="8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B0FA07-EA8A-4489-8329-C7D5E5CFC20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sz="80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E63906-4325-49A4-B35E-55495D37A99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AE7397-DCD0-411E-96FF-56C058BB3580}" type="slidenum">
              <a:rPr lang="en-US" sz="800" smtClean="0"/>
              <a:t>‹#›</a:t>
            </a:fld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45533383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100" b="1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800"/>
            </a:lvl1pPr>
          </a:lstStyle>
          <a:p>
            <a:fld id="{D8DC90B5-2E03-4135-B528-1241C30C095B}" type="datetimeFigureOut">
              <a:rPr lang="en-US" smtClean="0"/>
              <a:pPr/>
              <a:t>6/26/26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schemeClr val="bg2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/>
            </a:lvl1pPr>
          </a:lstStyle>
          <a:p>
            <a:fld id="{B47F534D-C1C8-4AA5-88B2-A9405FF008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788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lnSpc>
        <a:spcPct val="120000"/>
      </a:lnSpc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lnSpc>
        <a:spcPct val="120000"/>
      </a:lnSpc>
      <a:defRPr sz="11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lnSpc>
        <a:spcPct val="120000"/>
      </a:lnSpc>
      <a:defRPr sz="11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lnSpc>
        <a:spcPct val="120000"/>
      </a:lnSpc>
      <a:defRPr sz="11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lnSpc>
        <a:spcPct val="120000"/>
      </a:lnSpc>
      <a:defRPr sz="11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jpeg"/><Relationship Id="rId4" Type="http://schemas.openxmlformats.org/officeDocument/2006/relationships/image" Target="../media/image4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jpe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jpeg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sv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sv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4.jpe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6.jpeg"/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7.jpeg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6.jpeg"/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: Uniting the bes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Placeholder 3">
            <a:extLst>
              <a:ext uri="{FF2B5EF4-FFF2-40B4-BE49-F238E27FC236}">
                <a16:creationId xmlns:a16="http://schemas.microsoft.com/office/drawing/2014/main" id="{13514709-A2FE-793A-78DA-44A9F26ADF3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4438" t="12845" r="9191" b="33585"/>
          <a:stretch/>
        </p:blipFill>
        <p:spPr>
          <a:xfrm>
            <a:off x="-1" y="-2"/>
            <a:ext cx="12192001" cy="685800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09CA797-50D7-14D3-E79E-E6D9B459426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1238250"/>
          </a:xfrm>
          <a:prstGeom prst="rect">
            <a:avLst/>
          </a:prstGeom>
        </p:spPr>
      </p:pic>
      <p:sp>
        <p:nvSpPr>
          <p:cNvPr id="18" name="Right Triangle 17">
            <a:extLst>
              <a:ext uri="{FF2B5EF4-FFF2-40B4-BE49-F238E27FC236}">
                <a16:creationId xmlns:a16="http://schemas.microsoft.com/office/drawing/2014/main" id="{CABB273F-E459-53BB-9750-E3900CA0BFC2}"/>
              </a:ext>
            </a:extLst>
          </p:cNvPr>
          <p:cNvSpPr/>
          <p:nvPr userDrawn="1"/>
        </p:nvSpPr>
        <p:spPr>
          <a:xfrm flipH="1">
            <a:off x="7823199" y="685800"/>
            <a:ext cx="4368797" cy="6172200"/>
          </a:xfrm>
          <a:prstGeom prst="rtTriangle">
            <a:avLst/>
          </a:prstGeom>
          <a:gradFill>
            <a:gsLst>
              <a:gs pos="100000">
                <a:schemeClr val="accent2">
                  <a:alpha val="50000"/>
                </a:schemeClr>
              </a:gs>
              <a:gs pos="50000">
                <a:schemeClr val="accent2">
                  <a:alpha val="75000"/>
                </a:schemeClr>
              </a:gs>
              <a:gs pos="0">
                <a:schemeClr val="accent6">
                  <a:alpha val="7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en-US" sz="16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3F16EA-CA04-2F43-BDB7-DA194BABA9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799" y="2057400"/>
            <a:ext cx="7137395" cy="2743200"/>
          </a:xfrm>
        </p:spPr>
        <p:txBody>
          <a:bodyPr lIns="0" tIns="0" rIns="0" bIns="0" anchor="ctr">
            <a:noAutofit/>
          </a:bodyPr>
          <a:lstStyle>
            <a:lvl1pPr algn="l">
              <a:lnSpc>
                <a:spcPct val="85000"/>
              </a:lnSpc>
              <a:defRPr sz="5400" b="0" i="0" spc="-150" baseline="0">
                <a:solidFill>
                  <a:schemeClr val="tx1"/>
                </a:solidFill>
                <a:latin typeface="+mj-lt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617CEE-46E2-5E4C-BC09-E1190EF9516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5801" y="4800600"/>
            <a:ext cx="7137394" cy="685800"/>
          </a:xfrm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cap="none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5C343B12-6210-9D11-1B25-9E0CCFE5A40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3" r="13"/>
          <a:stretch/>
        </p:blipFill>
        <p:spPr>
          <a:xfrm>
            <a:off x="685801" y="685801"/>
            <a:ext cx="914165" cy="311285"/>
          </a:xfrm>
          <a:prstGeom prst="rect">
            <a:avLst/>
          </a:prstGeom>
        </p:spPr>
      </p:pic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4BC0EA55-1E21-E427-5A4C-3D1CBD421E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85800" y="6292415"/>
            <a:ext cx="4375150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19403479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296">
          <p15:clr>
            <a:srgbClr val="5ACBF0"/>
          </p15:clr>
        </p15:guide>
        <p15:guide id="2" orient="horz" pos="3024">
          <p15:clr>
            <a:srgbClr val="5ACBF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: Uniting the best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phic 25">
            <a:extLst>
              <a:ext uri="{FF2B5EF4-FFF2-40B4-BE49-F238E27FC236}">
                <a16:creationId xmlns:a16="http://schemas.microsoft.com/office/drawing/2014/main" id="{0A4CDB56-C095-FA07-6C64-599573179F90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25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4406" t="15765" r="8765" b="33770"/>
          <a:stretch/>
        </p:blipFill>
        <p:spPr>
          <a:xfrm>
            <a:off x="0" y="460866"/>
            <a:ext cx="12192000" cy="639713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2F48BC9-B7B1-145C-4267-B2A90A6756C1}"/>
              </a:ext>
            </a:extLst>
          </p:cNvPr>
          <p:cNvSpPr/>
          <p:nvPr userDrawn="1"/>
        </p:nvSpPr>
        <p:spPr>
          <a:xfrm>
            <a:off x="2" y="0"/>
            <a:ext cx="12191996" cy="6858000"/>
          </a:xfrm>
          <a:prstGeom prst="rect">
            <a:avLst/>
          </a:prstGeom>
          <a:gradFill flip="none" rotWithShape="1">
            <a:gsLst>
              <a:gs pos="85000">
                <a:schemeClr val="bg1">
                  <a:alpha val="0"/>
                </a:schemeClr>
              </a:gs>
              <a:gs pos="5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en-US" sz="1600"/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FEF07677-A933-2541-BBA0-2AD9B24DDA17}"/>
              </a:ext>
            </a:extLst>
          </p:cNvPr>
          <p:cNvSpPr/>
          <p:nvPr userDrawn="1"/>
        </p:nvSpPr>
        <p:spPr>
          <a:xfrm flipH="1">
            <a:off x="7823199" y="685800"/>
            <a:ext cx="4368797" cy="6172200"/>
          </a:xfrm>
          <a:prstGeom prst="rtTriangle">
            <a:avLst/>
          </a:prstGeom>
          <a:gradFill>
            <a:gsLst>
              <a:gs pos="100000">
                <a:schemeClr val="accent2"/>
              </a:gs>
              <a:gs pos="50000">
                <a:schemeClr val="accent2"/>
              </a:gs>
              <a:gs pos="0">
                <a:schemeClr val="accent6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en-US" sz="16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3F16EA-CA04-2F43-BDB7-DA194BABA9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799" y="2057400"/>
            <a:ext cx="7137397" cy="2743200"/>
          </a:xfrm>
        </p:spPr>
        <p:txBody>
          <a:bodyPr lIns="0" tIns="0" rIns="0" bIns="0" anchor="ctr">
            <a:noAutofit/>
          </a:bodyPr>
          <a:lstStyle>
            <a:lvl1pPr algn="l">
              <a:lnSpc>
                <a:spcPct val="85000"/>
              </a:lnSpc>
              <a:defRPr sz="5400" b="1" i="0" spc="-150" baseline="0">
                <a:solidFill>
                  <a:schemeClr val="tx1"/>
                </a:solidFill>
                <a:latin typeface="+mj-lt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617CEE-46E2-5E4C-BC09-E1190EF9516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5801" y="4800600"/>
            <a:ext cx="7137396" cy="685800"/>
          </a:xfrm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cap="none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5C8775-29F4-6717-2953-4FB48523149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2026 Global Healthcare Exchange, LLC. GHX proprietary information. Do not copy or distribute.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D0ADDA36-EF2C-2F07-20E0-E65623BA5E1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" r="19"/>
          <a:stretch/>
        </p:blipFill>
        <p:spPr>
          <a:xfrm>
            <a:off x="685801" y="685801"/>
            <a:ext cx="914049" cy="311285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CB5CFF5D-6B0C-4809-F178-63E4BC3F1263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74455" t="17539" r="8765" b="33770"/>
          <a:stretch/>
        </p:blipFill>
        <p:spPr>
          <a:xfrm>
            <a:off x="7823200" y="685800"/>
            <a:ext cx="4368797" cy="6172200"/>
          </a:xfrm>
          <a:custGeom>
            <a:avLst/>
            <a:gdLst>
              <a:gd name="connsiteX0" fmla="*/ 4368797 w 4368797"/>
              <a:gd name="connsiteY0" fmla="*/ 0 h 6172200"/>
              <a:gd name="connsiteX1" fmla="*/ 4368797 w 4368797"/>
              <a:gd name="connsiteY1" fmla="*/ 6172200 h 6172200"/>
              <a:gd name="connsiteX2" fmla="*/ 0 w 4368797"/>
              <a:gd name="connsiteY2" fmla="*/ 617220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368797" h="6172200">
                <a:moveTo>
                  <a:pt x="4368797" y="0"/>
                </a:moveTo>
                <a:lnTo>
                  <a:pt x="4368797" y="6172200"/>
                </a:lnTo>
                <a:lnTo>
                  <a:pt x="0" y="6172200"/>
                </a:lnTo>
                <a:close/>
              </a:path>
            </a:pathLst>
          </a:custGeom>
        </p:spPr>
      </p:pic>
      <p:sp>
        <p:nvSpPr>
          <p:cNvPr id="17" name="Right Triangle 16">
            <a:extLst>
              <a:ext uri="{FF2B5EF4-FFF2-40B4-BE49-F238E27FC236}">
                <a16:creationId xmlns:a16="http://schemas.microsoft.com/office/drawing/2014/main" id="{A4882EA9-416A-EA17-C2F8-81EE1DA94827}"/>
              </a:ext>
            </a:extLst>
          </p:cNvPr>
          <p:cNvSpPr/>
          <p:nvPr userDrawn="1"/>
        </p:nvSpPr>
        <p:spPr>
          <a:xfrm flipH="1">
            <a:off x="7830287" y="685800"/>
            <a:ext cx="4368797" cy="6172200"/>
          </a:xfrm>
          <a:prstGeom prst="rtTriangle">
            <a:avLst/>
          </a:prstGeom>
          <a:gradFill>
            <a:gsLst>
              <a:gs pos="100000">
                <a:schemeClr val="accent2">
                  <a:alpha val="75000"/>
                </a:schemeClr>
              </a:gs>
              <a:gs pos="50000">
                <a:schemeClr val="accent2">
                  <a:alpha val="80000"/>
                </a:schemeClr>
              </a:gs>
              <a:gs pos="0">
                <a:schemeClr val="accent6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12308138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296">
          <p15:clr>
            <a:srgbClr val="5ACBF0"/>
          </p15:clr>
        </p15:guide>
        <p15:guide id="2" orient="horz" pos="3024">
          <p15:clr>
            <a:srgbClr val="5ACBF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Imag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Placeholder 3">
            <a:extLst>
              <a:ext uri="{FF2B5EF4-FFF2-40B4-BE49-F238E27FC236}">
                <a16:creationId xmlns:a16="http://schemas.microsoft.com/office/drawing/2014/main" id="{A137346A-0FF5-DFFA-5302-0ACAECF4298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4438" t="12845" r="9191" b="33585"/>
          <a:stretch/>
        </p:blipFill>
        <p:spPr>
          <a:xfrm>
            <a:off x="-1" y="-2"/>
            <a:ext cx="12192001" cy="6858001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52570154-8314-8967-9BE5-54C602AEDEA7}"/>
              </a:ext>
            </a:extLst>
          </p:cNvPr>
          <p:cNvSpPr/>
          <p:nvPr userDrawn="1"/>
        </p:nvSpPr>
        <p:spPr>
          <a:xfrm>
            <a:off x="2" y="0"/>
            <a:ext cx="12191996" cy="6858000"/>
          </a:xfrm>
          <a:prstGeom prst="rect">
            <a:avLst/>
          </a:prstGeom>
          <a:gradFill flip="none" rotWithShape="1">
            <a:gsLst>
              <a:gs pos="75000">
                <a:schemeClr val="bg2">
                  <a:alpha val="0"/>
                </a:schemeClr>
              </a:gs>
              <a:gs pos="50000">
                <a:schemeClr val="bg2">
                  <a:alpha val="5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en-US" sz="160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D7A4F3B-5C65-551C-D54B-4F57E3A269A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12382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D3F16EA-CA04-2F43-BDB7-DA194BABA9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799" y="2057400"/>
            <a:ext cx="5524501" cy="2743200"/>
          </a:xfrm>
        </p:spPr>
        <p:txBody>
          <a:bodyPr lIns="0" tIns="0" rIns="0" bIns="0" anchor="ctr">
            <a:noAutofit/>
          </a:bodyPr>
          <a:lstStyle>
            <a:lvl1pPr algn="l">
              <a:lnSpc>
                <a:spcPct val="85000"/>
              </a:lnSpc>
              <a:defRPr sz="5400" b="0" i="0" spc="-150" baseline="0">
                <a:solidFill>
                  <a:schemeClr val="tx1"/>
                </a:solidFill>
                <a:latin typeface="+mj-lt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617CEE-46E2-5E4C-BC09-E1190EF9516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5801" y="4800600"/>
            <a:ext cx="5524500" cy="685800"/>
          </a:xfrm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cap="none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CF01605-B89B-47AB-453E-C4AA2A3EF3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3" r="13"/>
          <a:stretch/>
        </p:blipFill>
        <p:spPr>
          <a:xfrm>
            <a:off x="685801" y="685801"/>
            <a:ext cx="914165" cy="311285"/>
          </a:xfrm>
          <a:prstGeom prst="rect">
            <a:avLst/>
          </a:prstGeom>
        </p:spPr>
      </p:pic>
      <p:pic>
        <p:nvPicPr>
          <p:cNvPr id="9" name="Picture Placeholder 12" descr="A group of people sitting around a table&#10;&#10;Description automatically generated">
            <a:extLst>
              <a:ext uri="{FF2B5EF4-FFF2-40B4-BE49-F238E27FC236}">
                <a16:creationId xmlns:a16="http://schemas.microsoft.com/office/drawing/2014/main" id="{8096798C-F72A-8C71-14B2-B045BF52FCAD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142163" y="685800"/>
            <a:ext cx="5049837" cy="5484813"/>
          </a:xfrm>
          <a:custGeom>
            <a:avLst/>
            <a:gdLst>
              <a:gd name="connsiteX0" fmla="*/ 279359 w 5049521"/>
              <a:gd name="connsiteY0" fmla="*/ 0 h 5484735"/>
              <a:gd name="connsiteX1" fmla="*/ 5016541 w 5049521"/>
              <a:gd name="connsiteY1" fmla="*/ 0 h 5484735"/>
              <a:gd name="connsiteX2" fmla="*/ 5049521 w 5049521"/>
              <a:gd name="connsiteY2" fmla="*/ 3325 h 5484735"/>
              <a:gd name="connsiteX3" fmla="*/ 5049521 w 5049521"/>
              <a:gd name="connsiteY3" fmla="*/ 5481411 h 5484735"/>
              <a:gd name="connsiteX4" fmla="*/ 5016541 w 5049521"/>
              <a:gd name="connsiteY4" fmla="*/ 5484735 h 5484735"/>
              <a:gd name="connsiteX5" fmla="*/ 279359 w 5049521"/>
              <a:gd name="connsiteY5" fmla="*/ 5484735 h 5484735"/>
              <a:gd name="connsiteX6" fmla="*/ 0 w 5049521"/>
              <a:gd name="connsiteY6" fmla="*/ 5205376 h 5484735"/>
              <a:gd name="connsiteX7" fmla="*/ 0 w 5049521"/>
              <a:gd name="connsiteY7" fmla="*/ 279359 h 5484735"/>
              <a:gd name="connsiteX8" fmla="*/ 279359 w 5049521"/>
              <a:gd name="connsiteY8" fmla="*/ 0 h 54847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049521" h="5484735">
                <a:moveTo>
                  <a:pt x="279359" y="0"/>
                </a:moveTo>
                <a:lnTo>
                  <a:pt x="5016541" y="0"/>
                </a:lnTo>
                <a:lnTo>
                  <a:pt x="5049521" y="3325"/>
                </a:lnTo>
                <a:lnTo>
                  <a:pt x="5049521" y="5481411"/>
                </a:lnTo>
                <a:lnTo>
                  <a:pt x="5016541" y="5484735"/>
                </a:lnTo>
                <a:lnTo>
                  <a:pt x="279359" y="5484735"/>
                </a:lnTo>
                <a:cubicBezTo>
                  <a:pt x="125073" y="5484735"/>
                  <a:pt x="0" y="5359662"/>
                  <a:pt x="0" y="5205376"/>
                </a:cubicBezTo>
                <a:lnTo>
                  <a:pt x="0" y="279359"/>
                </a:lnTo>
                <a:cubicBezTo>
                  <a:pt x="0" y="125073"/>
                  <a:pt x="125073" y="0"/>
                  <a:pt x="279359" y="0"/>
                </a:cubicBezTo>
                <a:close/>
              </a:path>
            </a:pathLst>
          </a:cu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B1B427-448F-BA21-7E13-1E60A56334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85800" y="6292415"/>
            <a:ext cx="4375150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31017984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296">
          <p15:clr>
            <a:srgbClr val="5ACBF0"/>
          </p15:clr>
        </p15:guide>
        <p15:guide id="2" orient="horz" pos="3024">
          <p15:clr>
            <a:srgbClr val="5ACBF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Imag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1">
            <a:extLst>
              <a:ext uri="{FF2B5EF4-FFF2-40B4-BE49-F238E27FC236}">
                <a16:creationId xmlns:a16="http://schemas.microsoft.com/office/drawing/2014/main" id="{E6B098A9-0C15-583E-7DCE-18DC84E85EF1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25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4406" t="15765" r="8765" b="33770"/>
          <a:stretch/>
        </p:blipFill>
        <p:spPr>
          <a:xfrm>
            <a:off x="0" y="460866"/>
            <a:ext cx="12192000" cy="6397134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F0152666-D8CD-5B81-A03B-4BEAA9CED0B8}"/>
              </a:ext>
            </a:extLst>
          </p:cNvPr>
          <p:cNvSpPr/>
          <p:nvPr userDrawn="1"/>
        </p:nvSpPr>
        <p:spPr>
          <a:xfrm>
            <a:off x="2" y="0"/>
            <a:ext cx="12191996" cy="6858000"/>
          </a:xfrm>
          <a:prstGeom prst="rect">
            <a:avLst/>
          </a:prstGeom>
          <a:gradFill flip="none" rotWithShape="1">
            <a:gsLst>
              <a:gs pos="85000">
                <a:schemeClr val="bg1">
                  <a:alpha val="0"/>
                </a:schemeClr>
              </a:gs>
              <a:gs pos="5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en-US" sz="16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3F16EA-CA04-2F43-BDB7-DA194BABA9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799" y="2057400"/>
            <a:ext cx="5524501" cy="2743200"/>
          </a:xfrm>
        </p:spPr>
        <p:txBody>
          <a:bodyPr lIns="0" tIns="0" rIns="0" bIns="0" anchor="ctr">
            <a:noAutofit/>
          </a:bodyPr>
          <a:lstStyle>
            <a:lvl1pPr algn="l">
              <a:lnSpc>
                <a:spcPct val="85000"/>
              </a:lnSpc>
              <a:defRPr sz="5400" b="1" i="0" spc="-150" baseline="0">
                <a:solidFill>
                  <a:schemeClr val="tx1"/>
                </a:solidFill>
                <a:latin typeface="+mj-lt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617CEE-46E2-5E4C-BC09-E1190EF9516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5801" y="4800600"/>
            <a:ext cx="5524500" cy="685800"/>
          </a:xfrm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cap="none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80D0F3E0-F259-9D1B-5766-F619C1E0F82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" r="19"/>
          <a:stretch/>
        </p:blipFill>
        <p:spPr>
          <a:xfrm>
            <a:off x="685801" y="685801"/>
            <a:ext cx="914049" cy="311285"/>
          </a:xfrm>
          <a:prstGeom prst="rect">
            <a:avLst/>
          </a:prstGeom>
        </p:spPr>
      </p:pic>
      <p:pic>
        <p:nvPicPr>
          <p:cNvPr id="6" name="Picture Placeholder 7" descr="A group of people in a meeting&#10;&#10;Description automatically generated">
            <a:extLst>
              <a:ext uri="{FF2B5EF4-FFF2-40B4-BE49-F238E27FC236}">
                <a16:creationId xmlns:a16="http://schemas.microsoft.com/office/drawing/2014/main" id="{FEAB018F-588F-723E-5B72-60745D66B51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142479" y="685800"/>
            <a:ext cx="5049521" cy="5484735"/>
          </a:xfrm>
          <a:custGeom>
            <a:avLst/>
            <a:gdLst>
              <a:gd name="connsiteX0" fmla="*/ 279359 w 5049521"/>
              <a:gd name="connsiteY0" fmla="*/ 0 h 5484735"/>
              <a:gd name="connsiteX1" fmla="*/ 5016541 w 5049521"/>
              <a:gd name="connsiteY1" fmla="*/ 0 h 5484735"/>
              <a:gd name="connsiteX2" fmla="*/ 5049521 w 5049521"/>
              <a:gd name="connsiteY2" fmla="*/ 3325 h 5484735"/>
              <a:gd name="connsiteX3" fmla="*/ 5049521 w 5049521"/>
              <a:gd name="connsiteY3" fmla="*/ 5481411 h 5484735"/>
              <a:gd name="connsiteX4" fmla="*/ 5016541 w 5049521"/>
              <a:gd name="connsiteY4" fmla="*/ 5484735 h 5484735"/>
              <a:gd name="connsiteX5" fmla="*/ 279359 w 5049521"/>
              <a:gd name="connsiteY5" fmla="*/ 5484735 h 5484735"/>
              <a:gd name="connsiteX6" fmla="*/ 0 w 5049521"/>
              <a:gd name="connsiteY6" fmla="*/ 5205376 h 5484735"/>
              <a:gd name="connsiteX7" fmla="*/ 0 w 5049521"/>
              <a:gd name="connsiteY7" fmla="*/ 279359 h 5484735"/>
              <a:gd name="connsiteX8" fmla="*/ 279359 w 5049521"/>
              <a:gd name="connsiteY8" fmla="*/ 0 h 54847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049521" h="5484735">
                <a:moveTo>
                  <a:pt x="279359" y="0"/>
                </a:moveTo>
                <a:lnTo>
                  <a:pt x="5016541" y="0"/>
                </a:lnTo>
                <a:lnTo>
                  <a:pt x="5049521" y="3325"/>
                </a:lnTo>
                <a:lnTo>
                  <a:pt x="5049521" y="5481411"/>
                </a:lnTo>
                <a:lnTo>
                  <a:pt x="5016541" y="5484735"/>
                </a:lnTo>
                <a:lnTo>
                  <a:pt x="279359" y="5484735"/>
                </a:lnTo>
                <a:cubicBezTo>
                  <a:pt x="125073" y="5484735"/>
                  <a:pt x="0" y="5359662"/>
                  <a:pt x="0" y="5205376"/>
                </a:cubicBezTo>
                <a:lnTo>
                  <a:pt x="0" y="279359"/>
                </a:lnTo>
                <a:cubicBezTo>
                  <a:pt x="0" y="125073"/>
                  <a:pt x="125073" y="0"/>
                  <a:pt x="279359" y="0"/>
                </a:cubicBezTo>
                <a:close/>
              </a:path>
            </a:pathLst>
          </a:custGeom>
        </p:spPr>
      </p:pic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2E8FDAA7-DE83-08FB-BAD6-9F1028C5DF2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292415"/>
            <a:ext cx="4375150" cy="274320"/>
          </a:xfrm>
        </p:spPr>
        <p:txBody>
          <a:bodyPr/>
          <a:lstStyle/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11148765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296">
          <p15:clr>
            <a:srgbClr val="5ACBF0"/>
          </p15:clr>
        </p15:guide>
        <p15:guide id="2" orient="horz" pos="3024">
          <p15:clr>
            <a:srgbClr val="5ACBF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ustom Imag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Placeholder 3">
            <a:extLst>
              <a:ext uri="{FF2B5EF4-FFF2-40B4-BE49-F238E27FC236}">
                <a16:creationId xmlns:a16="http://schemas.microsoft.com/office/drawing/2014/main" id="{A137346A-0FF5-DFFA-5302-0ACAECF4298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4438" t="12845" r="9191" b="33585"/>
          <a:stretch/>
        </p:blipFill>
        <p:spPr>
          <a:xfrm>
            <a:off x="-1" y="-2"/>
            <a:ext cx="12192001" cy="6858001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52570154-8314-8967-9BE5-54C602AEDEA7}"/>
              </a:ext>
            </a:extLst>
          </p:cNvPr>
          <p:cNvSpPr/>
          <p:nvPr userDrawn="1"/>
        </p:nvSpPr>
        <p:spPr>
          <a:xfrm>
            <a:off x="2" y="0"/>
            <a:ext cx="12191996" cy="6858000"/>
          </a:xfrm>
          <a:prstGeom prst="rect">
            <a:avLst/>
          </a:prstGeom>
          <a:gradFill flip="none" rotWithShape="1">
            <a:gsLst>
              <a:gs pos="75000">
                <a:schemeClr val="bg2">
                  <a:alpha val="0"/>
                </a:schemeClr>
              </a:gs>
              <a:gs pos="50000">
                <a:schemeClr val="bg2">
                  <a:alpha val="5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en-US" sz="160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D7A4F3B-5C65-551C-D54B-4F57E3A269A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12382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D3F16EA-CA04-2F43-BDB7-DA194BABA9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799" y="2057400"/>
            <a:ext cx="5524501" cy="2743200"/>
          </a:xfrm>
        </p:spPr>
        <p:txBody>
          <a:bodyPr lIns="0" tIns="0" rIns="0" bIns="0" anchor="ctr">
            <a:noAutofit/>
          </a:bodyPr>
          <a:lstStyle>
            <a:lvl1pPr algn="l">
              <a:lnSpc>
                <a:spcPct val="85000"/>
              </a:lnSpc>
              <a:defRPr sz="5400" b="0" i="0" spc="-150" baseline="0">
                <a:solidFill>
                  <a:schemeClr val="tx1"/>
                </a:solidFill>
                <a:latin typeface="+mj-lt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617CEE-46E2-5E4C-BC09-E1190EF9516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5801" y="4800600"/>
            <a:ext cx="5524500" cy="685800"/>
          </a:xfrm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cap="none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080ADCF-035D-E96D-C3D3-C4E58CEC23C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142480" y="685800"/>
            <a:ext cx="5049521" cy="5484735"/>
          </a:xfrm>
          <a:custGeom>
            <a:avLst/>
            <a:gdLst>
              <a:gd name="connsiteX0" fmla="*/ 279359 w 5049521"/>
              <a:gd name="connsiteY0" fmla="*/ 0 h 5484735"/>
              <a:gd name="connsiteX1" fmla="*/ 5016541 w 5049521"/>
              <a:gd name="connsiteY1" fmla="*/ 0 h 5484735"/>
              <a:gd name="connsiteX2" fmla="*/ 5049521 w 5049521"/>
              <a:gd name="connsiteY2" fmla="*/ 3325 h 5484735"/>
              <a:gd name="connsiteX3" fmla="*/ 5049521 w 5049521"/>
              <a:gd name="connsiteY3" fmla="*/ 5481411 h 5484735"/>
              <a:gd name="connsiteX4" fmla="*/ 5016541 w 5049521"/>
              <a:gd name="connsiteY4" fmla="*/ 5484735 h 5484735"/>
              <a:gd name="connsiteX5" fmla="*/ 279359 w 5049521"/>
              <a:gd name="connsiteY5" fmla="*/ 5484735 h 5484735"/>
              <a:gd name="connsiteX6" fmla="*/ 0 w 5049521"/>
              <a:gd name="connsiteY6" fmla="*/ 5205376 h 5484735"/>
              <a:gd name="connsiteX7" fmla="*/ 0 w 5049521"/>
              <a:gd name="connsiteY7" fmla="*/ 279359 h 5484735"/>
              <a:gd name="connsiteX8" fmla="*/ 279359 w 5049521"/>
              <a:gd name="connsiteY8" fmla="*/ 0 h 54847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049521" h="5484735">
                <a:moveTo>
                  <a:pt x="279359" y="0"/>
                </a:moveTo>
                <a:lnTo>
                  <a:pt x="5016541" y="0"/>
                </a:lnTo>
                <a:lnTo>
                  <a:pt x="5049521" y="3325"/>
                </a:lnTo>
                <a:lnTo>
                  <a:pt x="5049521" y="5481411"/>
                </a:lnTo>
                <a:lnTo>
                  <a:pt x="5016541" y="5484735"/>
                </a:lnTo>
                <a:lnTo>
                  <a:pt x="279359" y="5484735"/>
                </a:lnTo>
                <a:cubicBezTo>
                  <a:pt x="125073" y="5484735"/>
                  <a:pt x="0" y="5359662"/>
                  <a:pt x="0" y="5205376"/>
                </a:cubicBezTo>
                <a:lnTo>
                  <a:pt x="0" y="279359"/>
                </a:lnTo>
                <a:cubicBezTo>
                  <a:pt x="0" y="125073"/>
                  <a:pt x="125073" y="0"/>
                  <a:pt x="279359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CF01605-B89B-47AB-453E-C4AA2A3EF3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3" r="13"/>
          <a:stretch/>
        </p:blipFill>
        <p:spPr>
          <a:xfrm>
            <a:off x="685801" y="685801"/>
            <a:ext cx="914165" cy="311285"/>
          </a:xfrm>
          <a:prstGeom prst="rect">
            <a:avLst/>
          </a:prstGeom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DCF3D89-F97D-8DA8-3EF5-11B377ADA2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85800" y="6292415"/>
            <a:ext cx="4375150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40481214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296">
          <p15:clr>
            <a:srgbClr val="5ACBF0"/>
          </p15:clr>
        </p15:guide>
        <p15:guide id="2" orient="horz" pos="3024">
          <p15:clr>
            <a:srgbClr val="5ACBF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ustom Imag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1">
            <a:extLst>
              <a:ext uri="{FF2B5EF4-FFF2-40B4-BE49-F238E27FC236}">
                <a16:creationId xmlns:a16="http://schemas.microsoft.com/office/drawing/2014/main" id="{E6B098A9-0C15-583E-7DCE-18DC84E85EF1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25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4406" t="15765" r="8765" b="33770"/>
          <a:stretch/>
        </p:blipFill>
        <p:spPr>
          <a:xfrm>
            <a:off x="0" y="460866"/>
            <a:ext cx="12192000" cy="6397134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F0152666-D8CD-5B81-A03B-4BEAA9CED0B8}"/>
              </a:ext>
            </a:extLst>
          </p:cNvPr>
          <p:cNvSpPr/>
          <p:nvPr userDrawn="1"/>
        </p:nvSpPr>
        <p:spPr>
          <a:xfrm>
            <a:off x="2" y="0"/>
            <a:ext cx="12191996" cy="6858000"/>
          </a:xfrm>
          <a:prstGeom prst="rect">
            <a:avLst/>
          </a:prstGeom>
          <a:gradFill flip="none" rotWithShape="1">
            <a:gsLst>
              <a:gs pos="85000">
                <a:schemeClr val="bg1">
                  <a:alpha val="0"/>
                </a:schemeClr>
              </a:gs>
              <a:gs pos="5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en-US" sz="16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3F16EA-CA04-2F43-BDB7-DA194BABA9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799" y="2057400"/>
            <a:ext cx="5524501" cy="2743200"/>
          </a:xfrm>
        </p:spPr>
        <p:txBody>
          <a:bodyPr lIns="0" tIns="0" rIns="0" bIns="0" anchor="ctr">
            <a:noAutofit/>
          </a:bodyPr>
          <a:lstStyle>
            <a:lvl1pPr algn="l">
              <a:lnSpc>
                <a:spcPct val="85000"/>
              </a:lnSpc>
              <a:defRPr sz="5400" b="1" i="0" spc="-150" baseline="0">
                <a:solidFill>
                  <a:schemeClr val="tx1"/>
                </a:solidFill>
                <a:latin typeface="+mj-lt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617CEE-46E2-5E4C-BC09-E1190EF9516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5801" y="4800600"/>
            <a:ext cx="5524500" cy="685800"/>
          </a:xfrm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cap="none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CA990D5-5240-84BE-E7C8-6A3309A0696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142480" y="685800"/>
            <a:ext cx="5049521" cy="5484735"/>
          </a:xfrm>
          <a:custGeom>
            <a:avLst/>
            <a:gdLst>
              <a:gd name="connsiteX0" fmla="*/ 279359 w 5049521"/>
              <a:gd name="connsiteY0" fmla="*/ 0 h 5484735"/>
              <a:gd name="connsiteX1" fmla="*/ 5016541 w 5049521"/>
              <a:gd name="connsiteY1" fmla="*/ 0 h 5484735"/>
              <a:gd name="connsiteX2" fmla="*/ 5049521 w 5049521"/>
              <a:gd name="connsiteY2" fmla="*/ 3325 h 5484735"/>
              <a:gd name="connsiteX3" fmla="*/ 5049521 w 5049521"/>
              <a:gd name="connsiteY3" fmla="*/ 5481411 h 5484735"/>
              <a:gd name="connsiteX4" fmla="*/ 5016541 w 5049521"/>
              <a:gd name="connsiteY4" fmla="*/ 5484735 h 5484735"/>
              <a:gd name="connsiteX5" fmla="*/ 279359 w 5049521"/>
              <a:gd name="connsiteY5" fmla="*/ 5484735 h 5484735"/>
              <a:gd name="connsiteX6" fmla="*/ 0 w 5049521"/>
              <a:gd name="connsiteY6" fmla="*/ 5205376 h 5484735"/>
              <a:gd name="connsiteX7" fmla="*/ 0 w 5049521"/>
              <a:gd name="connsiteY7" fmla="*/ 279359 h 5484735"/>
              <a:gd name="connsiteX8" fmla="*/ 279359 w 5049521"/>
              <a:gd name="connsiteY8" fmla="*/ 0 h 54847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049521" h="5484735">
                <a:moveTo>
                  <a:pt x="279359" y="0"/>
                </a:moveTo>
                <a:lnTo>
                  <a:pt x="5016541" y="0"/>
                </a:lnTo>
                <a:lnTo>
                  <a:pt x="5049521" y="3325"/>
                </a:lnTo>
                <a:lnTo>
                  <a:pt x="5049521" y="5481411"/>
                </a:lnTo>
                <a:lnTo>
                  <a:pt x="5016541" y="5484735"/>
                </a:lnTo>
                <a:lnTo>
                  <a:pt x="279359" y="5484735"/>
                </a:lnTo>
                <a:cubicBezTo>
                  <a:pt x="125073" y="5484735"/>
                  <a:pt x="0" y="5359662"/>
                  <a:pt x="0" y="5205376"/>
                </a:cubicBezTo>
                <a:lnTo>
                  <a:pt x="0" y="279359"/>
                </a:lnTo>
                <a:cubicBezTo>
                  <a:pt x="0" y="125073"/>
                  <a:pt x="125073" y="0"/>
                  <a:pt x="279359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80D0F3E0-F259-9D1B-5766-F619C1E0F82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" r="19"/>
          <a:stretch/>
        </p:blipFill>
        <p:spPr>
          <a:xfrm>
            <a:off x="685801" y="685801"/>
            <a:ext cx="914049" cy="311285"/>
          </a:xfrm>
          <a:prstGeom prst="rect">
            <a:avLst/>
          </a:prstGeom>
        </p:spPr>
      </p:pic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6B1449A1-2F46-68DD-5CA2-075A20C04B9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292415"/>
            <a:ext cx="4375150" cy="274320"/>
          </a:xfrm>
        </p:spPr>
        <p:txBody>
          <a:bodyPr/>
          <a:lstStyle/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7165714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296">
          <p15:clr>
            <a:srgbClr val="5ACBF0"/>
          </p15:clr>
        </p15:guide>
        <p15:guide id="2" orient="horz" pos="3024">
          <p15:clr>
            <a:srgbClr val="5ACBF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Blue Chevr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6" descr="A colorful waves with dots and lights&#10;&#10;Description automatically generated with medium confidence">
            <a:extLst>
              <a:ext uri="{FF2B5EF4-FFF2-40B4-BE49-F238E27FC236}">
                <a16:creationId xmlns:a16="http://schemas.microsoft.com/office/drawing/2014/main" id="{4760CE4F-8BE0-2150-04D0-04AAE8A697A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82054EE-1F17-EE45-5671-1A32B9B5E8AC}"/>
              </a:ext>
            </a:extLst>
          </p:cNvPr>
          <p:cNvSpPr/>
          <p:nvPr userDrawn="1"/>
        </p:nvSpPr>
        <p:spPr>
          <a:xfrm>
            <a:off x="1524" y="0"/>
            <a:ext cx="12188952" cy="6858000"/>
          </a:xfrm>
          <a:custGeom>
            <a:avLst/>
            <a:gdLst>
              <a:gd name="connsiteX0" fmla="*/ 0 w 12188952"/>
              <a:gd name="connsiteY0" fmla="*/ 0 h 6858000"/>
              <a:gd name="connsiteX1" fmla="*/ 12188952 w 12188952"/>
              <a:gd name="connsiteY1" fmla="*/ 0 h 6858000"/>
              <a:gd name="connsiteX2" fmla="*/ 12188952 w 12188952"/>
              <a:gd name="connsiteY2" fmla="*/ 6858000 h 6858000"/>
              <a:gd name="connsiteX3" fmla="*/ 3503102 w 12188952"/>
              <a:gd name="connsiteY3" fmla="*/ 6858000 h 6858000"/>
              <a:gd name="connsiteX4" fmla="*/ 9572157 w 12188952"/>
              <a:gd name="connsiteY4" fmla="*/ 1 h 6858000"/>
              <a:gd name="connsiteX5" fmla="*/ 0 w 12188952"/>
              <a:gd name="connsiteY5" fmla="*/ 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88952" h="6858000">
                <a:moveTo>
                  <a:pt x="0" y="0"/>
                </a:moveTo>
                <a:lnTo>
                  <a:pt x="12188952" y="0"/>
                </a:lnTo>
                <a:lnTo>
                  <a:pt x="12188952" y="6858000"/>
                </a:lnTo>
                <a:lnTo>
                  <a:pt x="3503102" y="6858000"/>
                </a:lnTo>
                <a:lnTo>
                  <a:pt x="9572157" y="1"/>
                </a:lnTo>
                <a:lnTo>
                  <a:pt x="0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</a:pPr>
            <a:endParaRPr lang="en-US" sz="1600">
              <a:solidFill>
                <a:srgbClr val="FFFFFF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0F794E6-72D3-1E48-BAE4-7EF0C3F96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1050" y="3543300"/>
            <a:ext cx="4375150" cy="2402688"/>
          </a:xfrm>
        </p:spPr>
        <p:txBody>
          <a:bodyPr wrap="square" lIns="0" tIns="0" rIns="0" bIns="0" anchor="ctr" anchorCtr="0">
            <a:noAutofit/>
          </a:bodyPr>
          <a:lstStyle>
            <a:lvl1pPr algn="r">
              <a:lnSpc>
                <a:spcPct val="85000"/>
              </a:lnSpc>
              <a:defRPr sz="5400" b="1" spc="-15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E4508941-879B-B631-2803-23D38439A2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051800" y="2747772"/>
            <a:ext cx="3454400" cy="566928"/>
          </a:xfrm>
        </p:spPr>
        <p:txBody>
          <a:bodyPr lIns="0" tIns="0" rIns="0" bIns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2000" cap="none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1A7743-0B72-58F1-3EF9-0D79654C1A2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131048" y="6292415"/>
            <a:ext cx="4375151" cy="274320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© 2026 Global Healthcare Exchange, LLC. GHX proprietary information. Do not copy or distribute.</a:t>
            </a:r>
          </a:p>
        </p:txBody>
      </p:sp>
      <p:sp>
        <p:nvSpPr>
          <p:cNvPr id="13" name="Right Triangle 12">
            <a:extLst>
              <a:ext uri="{FF2B5EF4-FFF2-40B4-BE49-F238E27FC236}">
                <a16:creationId xmlns:a16="http://schemas.microsoft.com/office/drawing/2014/main" id="{714DD176-B442-5DFC-283A-515ABD30B90C}"/>
              </a:ext>
            </a:extLst>
          </p:cNvPr>
          <p:cNvSpPr/>
          <p:nvPr userDrawn="1"/>
        </p:nvSpPr>
        <p:spPr>
          <a:xfrm>
            <a:off x="0" y="685800"/>
            <a:ext cx="4368797" cy="6172200"/>
          </a:xfrm>
          <a:prstGeom prst="rtTriangle">
            <a:avLst/>
          </a:prstGeom>
          <a:gradFill>
            <a:gsLst>
              <a:gs pos="100000">
                <a:schemeClr val="accent2">
                  <a:alpha val="50000"/>
                </a:schemeClr>
              </a:gs>
              <a:gs pos="50000">
                <a:schemeClr val="accent2">
                  <a:alpha val="75000"/>
                </a:schemeClr>
              </a:gs>
              <a:gs pos="0">
                <a:schemeClr val="accent6">
                  <a:alpha val="7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en-US" sz="1600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713CABEB-CC8D-B6E3-B382-08943C7771B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18777" y="685801"/>
            <a:ext cx="598221" cy="203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5870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Blue Chevron Custom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46A58D55-AC64-6C12-D40C-DC1A0F7FF46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9573682" cy="6858001"/>
          </a:xfrm>
          <a:custGeom>
            <a:avLst/>
            <a:gdLst>
              <a:gd name="connsiteX0" fmla="*/ 0 w 9740900"/>
              <a:gd name="connsiteY0" fmla="*/ 0 h 6858001"/>
              <a:gd name="connsiteX1" fmla="*/ 9573682 w 9740900"/>
              <a:gd name="connsiteY1" fmla="*/ 0 h 6858001"/>
              <a:gd name="connsiteX2" fmla="*/ 3504626 w 9740900"/>
              <a:gd name="connsiteY2" fmla="*/ 6858000 h 6858001"/>
              <a:gd name="connsiteX3" fmla="*/ 9740900 w 9740900"/>
              <a:gd name="connsiteY3" fmla="*/ 6858000 h 6858001"/>
              <a:gd name="connsiteX4" fmla="*/ 9740900 w 9740900"/>
              <a:gd name="connsiteY4" fmla="*/ 6858001 h 6858001"/>
              <a:gd name="connsiteX5" fmla="*/ 0 w 9740900"/>
              <a:gd name="connsiteY5" fmla="*/ 6858001 h 6858001"/>
              <a:gd name="connsiteX0" fmla="*/ 0 w 9740900"/>
              <a:gd name="connsiteY0" fmla="*/ 0 h 6858001"/>
              <a:gd name="connsiteX1" fmla="*/ 9573682 w 9740900"/>
              <a:gd name="connsiteY1" fmla="*/ 0 h 6858001"/>
              <a:gd name="connsiteX2" fmla="*/ 3504626 w 9740900"/>
              <a:gd name="connsiteY2" fmla="*/ 6858000 h 6858001"/>
              <a:gd name="connsiteX3" fmla="*/ 9740900 w 9740900"/>
              <a:gd name="connsiteY3" fmla="*/ 6858000 h 6858001"/>
              <a:gd name="connsiteX4" fmla="*/ 0 w 9740900"/>
              <a:gd name="connsiteY4" fmla="*/ 6858001 h 6858001"/>
              <a:gd name="connsiteX5" fmla="*/ 0 w 9740900"/>
              <a:gd name="connsiteY5" fmla="*/ 0 h 6858001"/>
              <a:gd name="connsiteX0" fmla="*/ 0 w 9573682"/>
              <a:gd name="connsiteY0" fmla="*/ 0 h 6858001"/>
              <a:gd name="connsiteX1" fmla="*/ 9573682 w 9573682"/>
              <a:gd name="connsiteY1" fmla="*/ 0 h 6858001"/>
              <a:gd name="connsiteX2" fmla="*/ 3504626 w 9573682"/>
              <a:gd name="connsiteY2" fmla="*/ 6858000 h 6858001"/>
              <a:gd name="connsiteX3" fmla="*/ 0 w 9573682"/>
              <a:gd name="connsiteY3" fmla="*/ 6858001 h 6858001"/>
              <a:gd name="connsiteX4" fmla="*/ 0 w 9573682"/>
              <a:gd name="connsiteY4" fmla="*/ 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3682" h="6858001">
                <a:moveTo>
                  <a:pt x="0" y="0"/>
                </a:moveTo>
                <a:lnTo>
                  <a:pt x="9573682" y="0"/>
                </a:lnTo>
                <a:lnTo>
                  <a:pt x="3504626" y="6858000"/>
                </a:lnTo>
                <a:lnTo>
                  <a:pt x="0" y="6858001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US"/>
              <a:t>Click icon to add picture, and send to back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0FD3AAE-4990-3F78-CACF-D0AD17101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1050" y="3543300"/>
            <a:ext cx="4375150" cy="2403475"/>
          </a:xfrm>
        </p:spPr>
        <p:txBody>
          <a:bodyPr wrap="square" lIns="0" tIns="0" rIns="0" bIns="0" anchor="ctr" anchorCtr="0">
            <a:noAutofit/>
          </a:bodyPr>
          <a:lstStyle>
            <a:lvl1pPr algn="r">
              <a:lnSpc>
                <a:spcPct val="85000"/>
              </a:lnSpc>
              <a:defRPr sz="5400" b="1" spc="-15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91EBFE9A-85C9-0DF3-AD11-89CA5131A67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051800" y="2747963"/>
            <a:ext cx="3454400" cy="566737"/>
          </a:xfrm>
        </p:spPr>
        <p:txBody>
          <a:bodyPr lIns="0" tIns="0" rIns="0" bIns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2000" cap="none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4652A5C-980F-177F-7849-E8D7A3FCC57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685800"/>
            <a:ext cx="4368797" cy="6172200"/>
          </a:xfrm>
          <a:custGeom>
            <a:avLst/>
            <a:gdLst>
              <a:gd name="connsiteX0" fmla="*/ 0 w 2890755"/>
              <a:gd name="connsiteY0" fmla="*/ 0 h 3266537"/>
              <a:gd name="connsiteX1" fmla="*/ 2890755 w 2890755"/>
              <a:gd name="connsiteY1" fmla="*/ 3266537 h 3266537"/>
              <a:gd name="connsiteX2" fmla="*/ 0 w 2890755"/>
              <a:gd name="connsiteY2" fmla="*/ 3266537 h 32665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90755" h="3266537">
                <a:moveTo>
                  <a:pt x="0" y="0"/>
                </a:moveTo>
                <a:lnTo>
                  <a:pt x="2890755" y="3266537"/>
                </a:lnTo>
                <a:lnTo>
                  <a:pt x="0" y="3266537"/>
                </a:lnTo>
                <a:close/>
              </a:path>
            </a:pathLst>
          </a:custGeom>
          <a:gradFill>
            <a:gsLst>
              <a:gs pos="100000">
                <a:schemeClr val="accent2">
                  <a:alpha val="50000"/>
                </a:schemeClr>
              </a:gs>
              <a:gs pos="50000">
                <a:schemeClr val="accent2">
                  <a:alpha val="75000"/>
                </a:schemeClr>
              </a:gs>
              <a:gs pos="0">
                <a:schemeClr val="accent6">
                  <a:alpha val="75000"/>
                </a:schemeClr>
              </a:gs>
            </a:gsLst>
            <a:lin ang="5400000" scaled="1"/>
          </a:gradFill>
        </p:spPr>
        <p:txBody>
          <a:bodyPr wrap="square">
            <a:noAutofit/>
          </a:bodyPr>
          <a:lstStyle>
            <a:lvl1pPr marL="0" indent="0">
              <a:buNone/>
              <a:defRPr sz="600">
                <a:noFill/>
              </a:defRPr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5564ADBC-B3CF-1F0A-6BCC-48008982B87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131048" y="6292415"/>
            <a:ext cx="4375151" cy="274320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© 2026 Global Healthcare Exchange, LLC. GHX proprietary information. Do not copy or distribute.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4A6CFC8C-6B3E-2329-C61C-4EE87A3B7C7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18777" y="685801"/>
            <a:ext cx="598221" cy="203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3463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Dark Blue Chevr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 descr="A close up of lights&#10;&#10;Description automatically generated">
            <a:extLst>
              <a:ext uri="{FF2B5EF4-FFF2-40B4-BE49-F238E27FC236}">
                <a16:creationId xmlns:a16="http://schemas.microsoft.com/office/drawing/2014/main" id="{37FA1ED1-E3F5-4B9C-6AE4-6C239B63741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5A454F3-91FC-AA12-EC09-8C444A066848}"/>
              </a:ext>
            </a:extLst>
          </p:cNvPr>
          <p:cNvSpPr/>
          <p:nvPr userDrawn="1"/>
        </p:nvSpPr>
        <p:spPr>
          <a:xfrm>
            <a:off x="2286" y="0"/>
            <a:ext cx="12188952" cy="6858000"/>
          </a:xfrm>
          <a:custGeom>
            <a:avLst/>
            <a:gdLst>
              <a:gd name="connsiteX0" fmla="*/ 0 w 12188952"/>
              <a:gd name="connsiteY0" fmla="*/ 0 h 6858000"/>
              <a:gd name="connsiteX1" fmla="*/ 12188952 w 12188952"/>
              <a:gd name="connsiteY1" fmla="*/ 0 h 6858000"/>
              <a:gd name="connsiteX2" fmla="*/ 12188952 w 12188952"/>
              <a:gd name="connsiteY2" fmla="*/ 6858000 h 6858000"/>
              <a:gd name="connsiteX3" fmla="*/ 3503102 w 12188952"/>
              <a:gd name="connsiteY3" fmla="*/ 6858000 h 6858000"/>
              <a:gd name="connsiteX4" fmla="*/ 9572157 w 12188952"/>
              <a:gd name="connsiteY4" fmla="*/ 1 h 6858000"/>
              <a:gd name="connsiteX5" fmla="*/ 0 w 12188952"/>
              <a:gd name="connsiteY5" fmla="*/ 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88952" h="6858000">
                <a:moveTo>
                  <a:pt x="0" y="0"/>
                </a:moveTo>
                <a:lnTo>
                  <a:pt x="12188952" y="0"/>
                </a:lnTo>
                <a:lnTo>
                  <a:pt x="12188952" y="6858000"/>
                </a:lnTo>
                <a:lnTo>
                  <a:pt x="3503102" y="6858000"/>
                </a:lnTo>
                <a:lnTo>
                  <a:pt x="9572157" y="1"/>
                </a:lnTo>
                <a:lnTo>
                  <a:pt x="0" y="1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</a:pPr>
            <a:endParaRPr lang="en-US" sz="1600">
              <a:solidFill>
                <a:srgbClr val="FFFFFF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77D5EF7-BA43-032D-1CCA-51FAED4E2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1050" y="3543300"/>
            <a:ext cx="4375150" cy="2403475"/>
          </a:xfrm>
        </p:spPr>
        <p:txBody>
          <a:bodyPr wrap="square" lIns="0" tIns="0" rIns="0" bIns="0" anchor="ctr" anchorCtr="0">
            <a:noAutofit/>
          </a:bodyPr>
          <a:lstStyle>
            <a:lvl1pPr algn="r">
              <a:lnSpc>
                <a:spcPct val="85000"/>
              </a:lnSpc>
              <a:defRPr sz="5400" b="0" spc="-15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B99A68E3-9572-E55E-80A2-9FADBDEBB65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051800" y="2747963"/>
            <a:ext cx="3454400" cy="566737"/>
          </a:xfrm>
        </p:spPr>
        <p:txBody>
          <a:bodyPr lIns="0" tIns="0" rIns="0" bIns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2000" cap="none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DE5A4B70-EA98-1F03-0D7F-C289DF8CFC5B}"/>
              </a:ext>
            </a:extLst>
          </p:cNvPr>
          <p:cNvSpPr/>
          <p:nvPr userDrawn="1"/>
        </p:nvSpPr>
        <p:spPr>
          <a:xfrm>
            <a:off x="0" y="685800"/>
            <a:ext cx="4368797" cy="6172200"/>
          </a:xfrm>
          <a:prstGeom prst="rtTriangle">
            <a:avLst/>
          </a:prstGeom>
          <a:gradFill>
            <a:gsLst>
              <a:gs pos="0">
                <a:schemeClr val="accent4">
                  <a:alpha val="75000"/>
                </a:schemeClr>
              </a:gs>
              <a:gs pos="100000">
                <a:srgbClr val="FF001F">
                  <a:alpha val="75000"/>
                </a:srgbClr>
              </a:gs>
            </a:gsLst>
            <a:lin ang="5400000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590444E0-BF60-EC0F-B43C-C1577BB7482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131048" y="6292415"/>
            <a:ext cx="4375151" cy="274320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© 2026 Global Healthcare Exchange, LLC. GHX proprietary information. Do not copy or distribute.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DEA74F82-D896-6359-E827-8EBFDF40380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3" r="13"/>
          <a:stretch/>
        </p:blipFill>
        <p:spPr>
          <a:xfrm>
            <a:off x="10918777" y="685801"/>
            <a:ext cx="598067" cy="203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6709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Dark Blue Chevron Custom Imag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B1BA8E7-A6CB-70FD-6621-628B2B3CB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1050" y="3543300"/>
            <a:ext cx="4375150" cy="2403475"/>
          </a:xfrm>
        </p:spPr>
        <p:txBody>
          <a:bodyPr wrap="square" lIns="0" tIns="0" rIns="0" bIns="0" anchor="ctr" anchorCtr="0">
            <a:noAutofit/>
          </a:bodyPr>
          <a:lstStyle>
            <a:lvl1pPr algn="r">
              <a:lnSpc>
                <a:spcPct val="85000"/>
              </a:lnSpc>
              <a:defRPr sz="5400" b="0" spc="-15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91EBFE9A-85C9-0DF3-AD11-89CA5131A67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051800" y="2747963"/>
            <a:ext cx="3454400" cy="566737"/>
          </a:xfrm>
        </p:spPr>
        <p:txBody>
          <a:bodyPr lIns="0" tIns="0" rIns="0" bIns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2000" cap="none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46A58D55-AC64-6C12-D40C-DC1A0F7FF46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9573682" cy="6858001"/>
          </a:xfrm>
          <a:custGeom>
            <a:avLst/>
            <a:gdLst>
              <a:gd name="connsiteX0" fmla="*/ 0 w 9740900"/>
              <a:gd name="connsiteY0" fmla="*/ 0 h 6858001"/>
              <a:gd name="connsiteX1" fmla="*/ 9573682 w 9740900"/>
              <a:gd name="connsiteY1" fmla="*/ 0 h 6858001"/>
              <a:gd name="connsiteX2" fmla="*/ 3504626 w 9740900"/>
              <a:gd name="connsiteY2" fmla="*/ 6858000 h 6858001"/>
              <a:gd name="connsiteX3" fmla="*/ 9740900 w 9740900"/>
              <a:gd name="connsiteY3" fmla="*/ 6858000 h 6858001"/>
              <a:gd name="connsiteX4" fmla="*/ 9740900 w 9740900"/>
              <a:gd name="connsiteY4" fmla="*/ 6858001 h 6858001"/>
              <a:gd name="connsiteX5" fmla="*/ 0 w 9740900"/>
              <a:gd name="connsiteY5" fmla="*/ 6858001 h 6858001"/>
              <a:gd name="connsiteX0" fmla="*/ 0 w 9740900"/>
              <a:gd name="connsiteY0" fmla="*/ 0 h 6858001"/>
              <a:gd name="connsiteX1" fmla="*/ 9573682 w 9740900"/>
              <a:gd name="connsiteY1" fmla="*/ 0 h 6858001"/>
              <a:gd name="connsiteX2" fmla="*/ 3504626 w 9740900"/>
              <a:gd name="connsiteY2" fmla="*/ 6858000 h 6858001"/>
              <a:gd name="connsiteX3" fmla="*/ 9740900 w 9740900"/>
              <a:gd name="connsiteY3" fmla="*/ 6858000 h 6858001"/>
              <a:gd name="connsiteX4" fmla="*/ 0 w 9740900"/>
              <a:gd name="connsiteY4" fmla="*/ 6858001 h 6858001"/>
              <a:gd name="connsiteX5" fmla="*/ 0 w 9740900"/>
              <a:gd name="connsiteY5" fmla="*/ 0 h 6858001"/>
              <a:gd name="connsiteX0" fmla="*/ 0 w 9573682"/>
              <a:gd name="connsiteY0" fmla="*/ 0 h 6858001"/>
              <a:gd name="connsiteX1" fmla="*/ 9573682 w 9573682"/>
              <a:gd name="connsiteY1" fmla="*/ 0 h 6858001"/>
              <a:gd name="connsiteX2" fmla="*/ 3504626 w 9573682"/>
              <a:gd name="connsiteY2" fmla="*/ 6858000 h 6858001"/>
              <a:gd name="connsiteX3" fmla="*/ 0 w 9573682"/>
              <a:gd name="connsiteY3" fmla="*/ 6858001 h 6858001"/>
              <a:gd name="connsiteX4" fmla="*/ 0 w 9573682"/>
              <a:gd name="connsiteY4" fmla="*/ 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3682" h="6858001">
                <a:moveTo>
                  <a:pt x="0" y="0"/>
                </a:moveTo>
                <a:lnTo>
                  <a:pt x="9573682" y="0"/>
                </a:lnTo>
                <a:lnTo>
                  <a:pt x="3504626" y="6858000"/>
                </a:lnTo>
                <a:lnTo>
                  <a:pt x="0" y="6858001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picture, and send to back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4652A5C-980F-177F-7849-E8D7A3FCC57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685800"/>
            <a:ext cx="4368797" cy="6172200"/>
          </a:xfrm>
          <a:custGeom>
            <a:avLst/>
            <a:gdLst>
              <a:gd name="connsiteX0" fmla="*/ 0 w 2890755"/>
              <a:gd name="connsiteY0" fmla="*/ 0 h 3266537"/>
              <a:gd name="connsiteX1" fmla="*/ 2890755 w 2890755"/>
              <a:gd name="connsiteY1" fmla="*/ 3266537 h 3266537"/>
              <a:gd name="connsiteX2" fmla="*/ 0 w 2890755"/>
              <a:gd name="connsiteY2" fmla="*/ 3266537 h 32665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90755" h="3266537">
                <a:moveTo>
                  <a:pt x="0" y="0"/>
                </a:moveTo>
                <a:lnTo>
                  <a:pt x="2890755" y="3266537"/>
                </a:lnTo>
                <a:lnTo>
                  <a:pt x="0" y="3266537"/>
                </a:lnTo>
                <a:close/>
              </a:path>
            </a:pathLst>
          </a:custGeom>
          <a:gradFill>
            <a:gsLst>
              <a:gs pos="0">
                <a:schemeClr val="accent4">
                  <a:alpha val="75000"/>
                </a:schemeClr>
              </a:gs>
              <a:gs pos="100000">
                <a:srgbClr val="FF001F">
                  <a:alpha val="75000"/>
                </a:srgbClr>
              </a:gs>
            </a:gsLst>
            <a:lin ang="5400000" scaled="1"/>
          </a:gradFill>
        </p:spPr>
        <p:txBody>
          <a:bodyPr wrap="square">
            <a:noAutofit/>
          </a:bodyPr>
          <a:lstStyle>
            <a:lvl1pPr marL="0" indent="0">
              <a:buNone/>
              <a:defRPr sz="600">
                <a:noFill/>
              </a:defRPr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CC92F885-4A6D-2F8F-7A5F-BF9034AD715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131048" y="6292415"/>
            <a:ext cx="4375151" cy="274320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© 2026 Global Healthcare Exchange, LLC. GHX proprietary information. Do not copy or distribute.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0BE0489-8776-28EB-E3E7-D79859F8CEB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3" r="13"/>
          <a:stretch/>
        </p:blipFill>
        <p:spPr>
          <a:xfrm>
            <a:off x="10918777" y="685801"/>
            <a:ext cx="598067" cy="203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3079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CBF702A6-9D5E-087E-BC3B-5D05F978EED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238250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80BE0489-8776-28EB-E3E7-D79859F8CEB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3" r="13"/>
          <a:stretch/>
        </p:blipFill>
        <p:spPr>
          <a:xfrm>
            <a:off x="685800" y="685801"/>
            <a:ext cx="598067" cy="203650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DF376B92-3054-B8D4-B639-2D60ACFEA5AA}"/>
              </a:ext>
            </a:extLst>
          </p:cNvPr>
          <p:cNvGrpSpPr/>
          <p:nvPr userDrawn="1"/>
        </p:nvGrpSpPr>
        <p:grpSpPr>
          <a:xfrm>
            <a:off x="7456900" y="685799"/>
            <a:ext cx="4733576" cy="5486402"/>
            <a:chOff x="7456900" y="685799"/>
            <a:chExt cx="4733576" cy="5486402"/>
          </a:xfrm>
        </p:grpSpPr>
        <p:pic>
          <p:nvPicPr>
            <p:cNvPr id="5" name="Picture 4" descr="A close up of lights&#10;&#10;Description automatically generated">
              <a:extLst>
                <a:ext uri="{FF2B5EF4-FFF2-40B4-BE49-F238E27FC236}">
                  <a16:creationId xmlns:a16="http://schemas.microsoft.com/office/drawing/2014/main" id="{A13BB557-FDF7-B23F-B335-D5D7BCC9B22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456900" y="685800"/>
              <a:ext cx="4733576" cy="5486401"/>
            </a:xfrm>
            <a:custGeom>
              <a:avLst/>
              <a:gdLst>
                <a:gd name="connsiteX0" fmla="*/ 3598734 w 4733576"/>
                <a:gd name="connsiteY0" fmla="*/ 3075118 h 5486401"/>
                <a:gd name="connsiteX1" fmla="*/ 3626424 w 4733576"/>
                <a:gd name="connsiteY1" fmla="*/ 3089109 h 5486401"/>
                <a:gd name="connsiteX2" fmla="*/ 4733576 w 4733576"/>
                <a:gd name="connsiteY2" fmla="*/ 4565387 h 5486401"/>
                <a:gd name="connsiteX3" fmla="*/ 4733576 w 4733576"/>
                <a:gd name="connsiteY3" fmla="*/ 5486401 h 5486401"/>
                <a:gd name="connsiteX4" fmla="*/ 4117061 w 4733576"/>
                <a:gd name="connsiteY4" fmla="*/ 5486401 h 5486401"/>
                <a:gd name="connsiteX5" fmla="*/ 4061450 w 4733576"/>
                <a:gd name="connsiteY5" fmla="*/ 5458587 h 5486401"/>
                <a:gd name="connsiteX6" fmla="*/ 2942132 w 4733576"/>
                <a:gd name="connsiteY6" fmla="*/ 3968669 h 5486401"/>
                <a:gd name="connsiteX7" fmla="*/ 2942132 w 4733576"/>
                <a:gd name="connsiteY7" fmla="*/ 3927123 h 5486401"/>
                <a:gd name="connsiteX8" fmla="*/ 3570813 w 4733576"/>
                <a:gd name="connsiteY8" fmla="*/ 3089109 h 5486401"/>
                <a:gd name="connsiteX9" fmla="*/ 3598734 w 4733576"/>
                <a:gd name="connsiteY9" fmla="*/ 3075118 h 5486401"/>
                <a:gd name="connsiteX10" fmla="*/ 4733576 w 4733576"/>
                <a:gd name="connsiteY10" fmla="*/ 654 h 5486401"/>
                <a:gd name="connsiteX11" fmla="*/ 4733576 w 4733576"/>
                <a:gd name="connsiteY11" fmla="*/ 920574 h 5486401"/>
                <a:gd name="connsiteX12" fmla="*/ 3626094 w 4733576"/>
                <a:gd name="connsiteY12" fmla="*/ 2397292 h 5486401"/>
                <a:gd name="connsiteX13" fmla="*/ 3570483 w 4733576"/>
                <a:gd name="connsiteY13" fmla="*/ 2397292 h 5486401"/>
                <a:gd name="connsiteX14" fmla="*/ 3570154 w 4733576"/>
                <a:gd name="connsiteY14" fmla="*/ 2397292 h 5486401"/>
                <a:gd name="connsiteX15" fmla="*/ 2941472 w 4733576"/>
                <a:gd name="connsiteY15" fmla="*/ 1558949 h 5486401"/>
                <a:gd name="connsiteX16" fmla="*/ 2941472 w 4733576"/>
                <a:gd name="connsiteY16" fmla="*/ 1517402 h 5486401"/>
                <a:gd name="connsiteX17" fmla="*/ 4060478 w 4733576"/>
                <a:gd name="connsiteY17" fmla="*/ 29118 h 5486401"/>
                <a:gd name="connsiteX18" fmla="*/ 4116070 w 4733576"/>
                <a:gd name="connsiteY18" fmla="*/ 1304 h 5486401"/>
                <a:gd name="connsiteX19" fmla="*/ 34899 w 4733576"/>
                <a:gd name="connsiteY19" fmla="*/ 0 h 5486401"/>
                <a:gd name="connsiteX20" fmla="*/ 1276895 w 4733576"/>
                <a:gd name="connsiteY20" fmla="*/ 1304 h 5486401"/>
                <a:gd name="connsiteX21" fmla="*/ 1332487 w 4733576"/>
                <a:gd name="connsiteY21" fmla="*/ 29118 h 5486401"/>
                <a:gd name="connsiteX22" fmla="*/ 3366712 w 4733576"/>
                <a:gd name="connsiteY22" fmla="*/ 2743035 h 5486401"/>
                <a:gd name="connsiteX23" fmla="*/ 1332819 w 4733576"/>
                <a:gd name="connsiteY23" fmla="*/ 5458275 h 5486401"/>
                <a:gd name="connsiteX24" fmla="*/ 1277208 w 4733576"/>
                <a:gd name="connsiteY24" fmla="*/ 5486070 h 5486401"/>
                <a:gd name="connsiteX25" fmla="*/ 34899 w 4733576"/>
                <a:gd name="connsiteY25" fmla="*/ 5486070 h 5486401"/>
                <a:gd name="connsiteX26" fmla="*/ 7102 w 4733576"/>
                <a:gd name="connsiteY26" fmla="*/ 5430459 h 5486401"/>
                <a:gd name="connsiteX27" fmla="*/ 2022674 w 4733576"/>
                <a:gd name="connsiteY27" fmla="*/ 2743035 h 5486401"/>
                <a:gd name="connsiteX28" fmla="*/ 7102 w 4733576"/>
                <a:gd name="connsiteY28" fmla="*/ 55611 h 5486401"/>
                <a:gd name="connsiteX29" fmla="*/ 34899 w 4733576"/>
                <a:gd name="connsiteY29" fmla="*/ 0 h 5486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4733576" h="5486401">
                  <a:moveTo>
                    <a:pt x="3598734" y="3075118"/>
                  </a:moveTo>
                  <a:cubicBezTo>
                    <a:pt x="3609162" y="3075118"/>
                    <a:pt x="3619549" y="3079783"/>
                    <a:pt x="3626424" y="3089109"/>
                  </a:cubicBezTo>
                  <a:lnTo>
                    <a:pt x="4733576" y="4565387"/>
                  </a:lnTo>
                  <a:lnTo>
                    <a:pt x="4733576" y="5486401"/>
                  </a:lnTo>
                  <a:lnTo>
                    <a:pt x="4117061" y="5486401"/>
                  </a:lnTo>
                  <a:cubicBezTo>
                    <a:pt x="4095140" y="5486401"/>
                    <a:pt x="4074540" y="5475936"/>
                    <a:pt x="4061450" y="5458587"/>
                  </a:cubicBezTo>
                  <a:lnTo>
                    <a:pt x="2942132" y="3968669"/>
                  </a:lnTo>
                  <a:cubicBezTo>
                    <a:pt x="2932969" y="3956241"/>
                    <a:pt x="2932969" y="3939551"/>
                    <a:pt x="2942132" y="3927123"/>
                  </a:cubicBezTo>
                  <a:lnTo>
                    <a:pt x="3570813" y="3089109"/>
                  </a:lnTo>
                  <a:cubicBezTo>
                    <a:pt x="3577844" y="3079783"/>
                    <a:pt x="3588309" y="3075118"/>
                    <a:pt x="3598734" y="3075118"/>
                  </a:cubicBezTo>
                  <a:close/>
                  <a:moveTo>
                    <a:pt x="4733576" y="654"/>
                  </a:moveTo>
                  <a:lnTo>
                    <a:pt x="4733576" y="920574"/>
                  </a:lnTo>
                  <a:lnTo>
                    <a:pt x="3626094" y="2397292"/>
                  </a:lnTo>
                  <a:cubicBezTo>
                    <a:pt x="3612013" y="2415945"/>
                    <a:pt x="3584216" y="2415945"/>
                    <a:pt x="3570483" y="2397292"/>
                  </a:cubicBezTo>
                  <a:lnTo>
                    <a:pt x="3570154" y="2397292"/>
                  </a:lnTo>
                  <a:lnTo>
                    <a:pt x="2941472" y="1558949"/>
                  </a:lnTo>
                  <a:cubicBezTo>
                    <a:pt x="2932310" y="1546520"/>
                    <a:pt x="2932310" y="1529831"/>
                    <a:pt x="2941472" y="1517402"/>
                  </a:cubicBezTo>
                  <a:lnTo>
                    <a:pt x="4060478" y="29118"/>
                  </a:lnTo>
                  <a:cubicBezTo>
                    <a:pt x="4073551" y="11769"/>
                    <a:pt x="4094168" y="1304"/>
                    <a:pt x="4116070" y="1304"/>
                  </a:cubicBezTo>
                  <a:close/>
                  <a:moveTo>
                    <a:pt x="34899" y="0"/>
                  </a:moveTo>
                  <a:lnTo>
                    <a:pt x="1276895" y="1304"/>
                  </a:lnTo>
                  <a:cubicBezTo>
                    <a:pt x="1298797" y="1304"/>
                    <a:pt x="1319416" y="11456"/>
                    <a:pt x="1332487" y="29118"/>
                  </a:cubicBezTo>
                  <a:lnTo>
                    <a:pt x="3366712" y="2743035"/>
                  </a:lnTo>
                  <a:lnTo>
                    <a:pt x="1332819" y="5458275"/>
                  </a:lnTo>
                  <a:cubicBezTo>
                    <a:pt x="1319746" y="5475605"/>
                    <a:pt x="1299129" y="5486070"/>
                    <a:pt x="1277208" y="5486070"/>
                  </a:cubicBezTo>
                  <a:lnTo>
                    <a:pt x="34899" y="5486070"/>
                  </a:lnTo>
                  <a:cubicBezTo>
                    <a:pt x="6130" y="5486070"/>
                    <a:pt x="-10228" y="5453354"/>
                    <a:pt x="7102" y="5430459"/>
                  </a:cubicBezTo>
                  <a:lnTo>
                    <a:pt x="2022674" y="2743035"/>
                  </a:lnTo>
                  <a:lnTo>
                    <a:pt x="7102" y="55611"/>
                  </a:lnTo>
                  <a:cubicBezTo>
                    <a:pt x="-10228" y="32718"/>
                    <a:pt x="6130" y="0"/>
                    <a:pt x="34899" y="0"/>
                  </a:cubicBezTo>
                  <a:close/>
                </a:path>
              </a:pathLst>
            </a:custGeom>
          </p:spPr>
        </p:pic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E6293F48-2AD0-CDB2-8400-CF89001204CE}"/>
                </a:ext>
              </a:extLst>
            </p:cNvPr>
            <p:cNvSpPr/>
            <p:nvPr/>
          </p:nvSpPr>
          <p:spPr>
            <a:xfrm>
              <a:off x="7456901" y="685799"/>
              <a:ext cx="3366696" cy="5486069"/>
            </a:xfrm>
            <a:custGeom>
              <a:avLst/>
              <a:gdLst>
                <a:gd name="connsiteX0" fmla="*/ 72578 w 183377"/>
                <a:gd name="connsiteY0" fmla="*/ 1586 h 298816"/>
                <a:gd name="connsiteX1" fmla="*/ 69550 w 183377"/>
                <a:gd name="connsiteY1" fmla="*/ 71 h 298816"/>
                <a:gd name="connsiteX2" fmla="*/ 1901 w 183377"/>
                <a:gd name="connsiteY2" fmla="*/ 0 h 298816"/>
                <a:gd name="connsiteX3" fmla="*/ 387 w 183377"/>
                <a:gd name="connsiteY3" fmla="*/ 3029 h 298816"/>
                <a:gd name="connsiteX4" fmla="*/ 110171 w 183377"/>
                <a:gd name="connsiteY4" fmla="*/ 149408 h 298816"/>
                <a:gd name="connsiteX5" fmla="*/ 387 w 183377"/>
                <a:gd name="connsiteY5" fmla="*/ 295787 h 298816"/>
                <a:gd name="connsiteX6" fmla="*/ 1901 w 183377"/>
                <a:gd name="connsiteY6" fmla="*/ 298816 h 298816"/>
                <a:gd name="connsiteX7" fmla="*/ 69567 w 183377"/>
                <a:gd name="connsiteY7" fmla="*/ 298816 h 298816"/>
                <a:gd name="connsiteX8" fmla="*/ 72596 w 183377"/>
                <a:gd name="connsiteY8" fmla="*/ 297302 h 298816"/>
                <a:gd name="connsiteX9" fmla="*/ 183378 w 183377"/>
                <a:gd name="connsiteY9" fmla="*/ 149408 h 298816"/>
                <a:gd name="connsiteX10" fmla="*/ 72578 w 183377"/>
                <a:gd name="connsiteY10" fmla="*/ 1586 h 2988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83377" h="298816">
                  <a:moveTo>
                    <a:pt x="72578" y="1586"/>
                  </a:moveTo>
                  <a:cubicBezTo>
                    <a:pt x="71866" y="624"/>
                    <a:pt x="70743" y="71"/>
                    <a:pt x="69550" y="71"/>
                  </a:cubicBezTo>
                  <a:lnTo>
                    <a:pt x="1901" y="0"/>
                  </a:lnTo>
                  <a:cubicBezTo>
                    <a:pt x="334" y="0"/>
                    <a:pt x="-557" y="1782"/>
                    <a:pt x="387" y="3029"/>
                  </a:cubicBezTo>
                  <a:lnTo>
                    <a:pt x="110171" y="149408"/>
                  </a:lnTo>
                  <a:lnTo>
                    <a:pt x="387" y="295787"/>
                  </a:lnTo>
                  <a:cubicBezTo>
                    <a:pt x="-557" y="297034"/>
                    <a:pt x="334" y="298816"/>
                    <a:pt x="1901" y="298816"/>
                  </a:cubicBezTo>
                  <a:lnTo>
                    <a:pt x="69567" y="298816"/>
                  </a:lnTo>
                  <a:cubicBezTo>
                    <a:pt x="70761" y="298816"/>
                    <a:pt x="71884" y="298246"/>
                    <a:pt x="72596" y="297302"/>
                  </a:cubicBezTo>
                  <a:lnTo>
                    <a:pt x="183378" y="149408"/>
                  </a:lnTo>
                  <a:lnTo>
                    <a:pt x="72578" y="1586"/>
                  </a:lnTo>
                  <a:close/>
                </a:path>
              </a:pathLst>
            </a:custGeom>
            <a:gradFill>
              <a:gsLst>
                <a:gs pos="0">
                  <a:schemeClr val="accent4">
                    <a:alpha val="75000"/>
                  </a:schemeClr>
                </a:gs>
                <a:gs pos="100000">
                  <a:srgbClr val="FF001F">
                    <a:alpha val="75000"/>
                  </a:srgbClr>
                </a:gs>
              </a:gsLst>
              <a:lin ang="5400000" scaled="1"/>
            </a:gra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+mn-lt"/>
              </a:endParaRPr>
            </a:p>
          </p:txBody>
        </p:sp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0B1BA8E7-A6CB-70FD-6621-628B2B3CB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2057400"/>
            <a:ext cx="6216649" cy="2743200"/>
          </a:xfrm>
        </p:spPr>
        <p:txBody>
          <a:bodyPr wrap="square" lIns="0" tIns="0" rIns="0" bIns="0" anchor="ctr" anchorCtr="0">
            <a:noAutofit/>
          </a:bodyPr>
          <a:lstStyle>
            <a:lvl1pPr algn="l">
              <a:lnSpc>
                <a:spcPct val="85000"/>
              </a:lnSpc>
              <a:defRPr sz="5400" b="0" spc="-15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91EBFE9A-85C9-0DF3-AD11-89CA5131A67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5801" y="5029199"/>
            <a:ext cx="5524499" cy="1143001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cap="none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6B45BF0B-29BD-8565-E00D-4569BCF78F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85800" y="6292415"/>
            <a:ext cx="4375150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29222744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296">
          <p15:clr>
            <a:srgbClr val="5ACBF0"/>
          </p15:clr>
        </p15:guide>
        <p15:guide id="2" orient="horz" pos="3024">
          <p15:clr>
            <a:srgbClr val="5ACBF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Horizontal Custom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2">
            <a:extLst>
              <a:ext uri="{FF2B5EF4-FFF2-40B4-BE49-F238E27FC236}">
                <a16:creationId xmlns:a16="http://schemas.microsoft.com/office/drawing/2014/main" id="{47DA2CF2-1E31-3FFD-33E2-381D36D4981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5800" y="5491089"/>
            <a:ext cx="7137400" cy="685800"/>
          </a:xfrm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cap="none" baseline="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AAFFAE-1013-BD97-E6BA-DD87DBEDD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4114800"/>
            <a:ext cx="8978900" cy="1371600"/>
          </a:xfrm>
        </p:spPr>
        <p:txBody>
          <a:bodyPr anchor="ctr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CA6E527-86D9-9909-5534-06D2F34C113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-17190" r="-3172" b="1"/>
          <a:stretch/>
        </p:blipFill>
        <p:spPr>
          <a:xfrm flipH="1">
            <a:off x="7131050" y="4294413"/>
            <a:ext cx="5060950" cy="2563588"/>
          </a:xfrm>
          <a:prstGeom prst="rect">
            <a:avLst/>
          </a:prstGeom>
        </p:spPr>
      </p:pic>
      <p:sp>
        <p:nvSpPr>
          <p:cNvPr id="17" name="Picture Placeholder 15">
            <a:extLst>
              <a:ext uri="{FF2B5EF4-FFF2-40B4-BE49-F238E27FC236}">
                <a16:creationId xmlns:a16="http://schemas.microsoft.com/office/drawing/2014/main" id="{4A35E99A-9516-A488-0653-1088554935B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3429000"/>
          </a:xfrm>
          <a:noFill/>
        </p:spPr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A23652-2BCE-A1F9-CB9D-14A8910B5B2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292415"/>
            <a:ext cx="4375150" cy="274320"/>
          </a:xfrm>
        </p:spPr>
        <p:txBody>
          <a:bodyPr/>
          <a:lstStyle/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3688541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456">
          <p15:clr>
            <a:srgbClr val="5ACBF0"/>
          </p15:clr>
        </p15:guide>
        <p15:guide id="3" orient="horz" pos="2160">
          <p15:clr>
            <a:srgbClr val="5ACBF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Horizontal Custom Imag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2">
            <a:extLst>
              <a:ext uri="{FF2B5EF4-FFF2-40B4-BE49-F238E27FC236}">
                <a16:creationId xmlns:a16="http://schemas.microsoft.com/office/drawing/2014/main" id="{47DA2CF2-1E31-3FFD-33E2-381D36D4981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5800" y="5491089"/>
            <a:ext cx="7137400" cy="685800"/>
          </a:xfrm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cap="none" baseline="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AAFFAE-1013-BD97-E6BA-DD87DBEDD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4114800"/>
            <a:ext cx="8978900" cy="1371600"/>
          </a:xfrm>
        </p:spPr>
        <p:txBody>
          <a:bodyPr anchor="ctr"/>
          <a:lstStyle>
            <a:lvl1pPr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94F9A569-4999-7D25-7E84-C38D76E1CD8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685800" y="6292415"/>
            <a:ext cx="4375150" cy="274320"/>
          </a:xfrm>
        </p:spPr>
        <p:txBody>
          <a:bodyPr anchor="b"/>
          <a:lstStyle>
            <a:lvl1pPr>
              <a:defRPr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r>
              <a:rPr lang="en-US"/>
              <a:t>© 2026 Global Healthcare Exchange, LLC. GHX proprietary information. Do not copy or distribute.</a:t>
            </a:r>
          </a:p>
        </p:txBody>
      </p:sp>
      <p:sp>
        <p:nvSpPr>
          <p:cNvPr id="17" name="Picture Placeholder 15">
            <a:extLst>
              <a:ext uri="{FF2B5EF4-FFF2-40B4-BE49-F238E27FC236}">
                <a16:creationId xmlns:a16="http://schemas.microsoft.com/office/drawing/2014/main" id="{4A35E99A-9516-A488-0653-1088554935B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3429000"/>
          </a:xfrm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7A33D71-95CA-B056-F1A6-EF23D2100FE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H="1">
            <a:off x="7131050" y="4478211"/>
            <a:ext cx="5060950" cy="237979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EF1F9C7B-2774-0CEB-12B0-B6A809A6CC6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3" r="23"/>
          <a:stretch/>
        </p:blipFill>
        <p:spPr>
          <a:xfrm>
            <a:off x="11204049" y="6363085"/>
            <a:ext cx="597951" cy="203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0192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456">
          <p15:clr>
            <a:srgbClr val="5ACBF0"/>
          </p15:clr>
        </p15:guide>
        <p15:guide id="2" orient="horz" pos="2160">
          <p15:clr>
            <a:srgbClr val="5ACBF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Placeholder 6" descr="A colorful waves with dots and lights&#10;&#10;Description automatically generated with medium confidence">
            <a:extLst>
              <a:ext uri="{FF2B5EF4-FFF2-40B4-BE49-F238E27FC236}">
                <a16:creationId xmlns:a16="http://schemas.microsoft.com/office/drawing/2014/main" id="{C1E45C68-AC2A-60A5-9034-266CFA24877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68792"/>
          <a:stretch/>
        </p:blipFill>
        <p:spPr>
          <a:xfrm>
            <a:off x="1524" y="1"/>
            <a:ext cx="6094476" cy="6858000"/>
          </a:xfrm>
          <a:prstGeom prst="rect">
            <a:avLst/>
          </a:prstGeom>
          <a:solidFill>
            <a:srgbClr val="080A30"/>
          </a:solidFill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6290F04-723C-3B47-B776-6D173799A37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02450" y="1828800"/>
            <a:ext cx="4603750" cy="3200398"/>
          </a:xfrm>
        </p:spPr>
        <p:txBody>
          <a:bodyPr lIns="0" tIns="0" rIns="0" bIns="0" anchor="ctr">
            <a:normAutofit/>
          </a:bodyPr>
          <a:lstStyle>
            <a:lvl1pPr marL="236538" indent="-236538">
              <a:lnSpc>
                <a:spcPct val="120000"/>
              </a:lnSpc>
              <a:spcBef>
                <a:spcPts val="600"/>
              </a:spcBef>
              <a:buFont typeface="Aptos" panose="020B0004020202020204" pitchFamily="34" charset="0"/>
              <a:buChar char="•"/>
              <a:tabLst/>
              <a:defRPr sz="2000" cap="none" baseline="0">
                <a:solidFill>
                  <a:schemeClr val="tx1"/>
                </a:solidFill>
              </a:defRPr>
            </a:lvl1pPr>
            <a:lvl2pPr marL="457200" indent="-228600">
              <a:lnSpc>
                <a:spcPct val="120000"/>
              </a:lnSpc>
              <a:spcBef>
                <a:spcPts val="600"/>
              </a:spcBef>
              <a:buFont typeface="Aptos" panose="020B0004020202020204" pitchFamily="34" charset="0"/>
              <a:buChar char="−"/>
              <a:tabLst/>
              <a:defRPr sz="1600">
                <a:solidFill>
                  <a:schemeClr val="tx1"/>
                </a:solidFill>
              </a:defRPr>
            </a:lvl2pPr>
            <a:lvl3pPr marL="457200" indent="-228600">
              <a:lnSpc>
                <a:spcPct val="120000"/>
              </a:lnSpc>
              <a:spcBef>
                <a:spcPts val="600"/>
              </a:spcBef>
              <a:buFont typeface="Aptos" panose="020B0004020202020204" pitchFamily="34" charset="0"/>
              <a:buChar char="−"/>
              <a:tabLst/>
              <a:defRPr sz="1600">
                <a:solidFill>
                  <a:schemeClr val="tx1"/>
                </a:solidFill>
              </a:defRPr>
            </a:lvl3pPr>
            <a:lvl4pPr marL="457200" indent="-228600">
              <a:lnSpc>
                <a:spcPct val="120000"/>
              </a:lnSpc>
              <a:spcBef>
                <a:spcPts val="600"/>
              </a:spcBef>
              <a:buFont typeface="Aptos" panose="020B0004020202020204" pitchFamily="34" charset="0"/>
              <a:buChar char="−"/>
              <a:tabLst/>
              <a:defRPr sz="1600">
                <a:solidFill>
                  <a:schemeClr val="tx1"/>
                </a:solidFill>
              </a:defRPr>
            </a:lvl4pPr>
            <a:lvl5pPr marL="457200" indent="-228600">
              <a:lnSpc>
                <a:spcPct val="120000"/>
              </a:lnSpc>
              <a:spcBef>
                <a:spcPts val="600"/>
              </a:spcBef>
              <a:buFont typeface="Aptos" panose="020B0004020202020204" pitchFamily="34" charset="0"/>
              <a:buChar char="−"/>
              <a:tabLst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AEDC4F3-5FA2-C532-C907-B75B1B6B1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828800"/>
            <a:ext cx="4603750" cy="3200400"/>
          </a:xfrm>
        </p:spPr>
        <p:txBody>
          <a:bodyPr anchor="ctr"/>
          <a:lstStyle>
            <a:lvl1pPr algn="ctr">
              <a:lnSpc>
                <a:spcPct val="85000"/>
              </a:lnSpc>
              <a:defRPr sz="5400" b="0" spc="-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27DD4C42-2AEC-11E4-9E36-9B70E895612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63245" r="41107"/>
          <a:stretch/>
        </p:blipFill>
        <p:spPr>
          <a:xfrm>
            <a:off x="9231437" y="1"/>
            <a:ext cx="2960562" cy="1600199"/>
          </a:xfrm>
          <a:prstGeom prst="rect">
            <a:avLst/>
          </a:prstGeom>
        </p:spPr>
      </p:pic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ED214DC-6D15-3CC1-366A-E3DD9A1724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85800" y="6292415"/>
            <a:ext cx="4375150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2881357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Slide with Imag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 descr="A close up of lights&#10;&#10;Description automatically generated">
            <a:extLst>
              <a:ext uri="{FF2B5EF4-FFF2-40B4-BE49-F238E27FC236}">
                <a16:creationId xmlns:a16="http://schemas.microsoft.com/office/drawing/2014/main" id="{596F69DC-10EF-3885-1DAE-CDAAF1DABD6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6094476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94ED227-DB09-314E-2773-DD78B3A83A9E}"/>
              </a:ext>
            </a:extLst>
          </p:cNvPr>
          <p:cNvSpPr/>
          <p:nvPr userDrawn="1"/>
        </p:nvSpPr>
        <p:spPr>
          <a:xfrm>
            <a:off x="0" y="0"/>
            <a:ext cx="6094476" cy="6857999"/>
          </a:xfrm>
          <a:prstGeom prst="rect">
            <a:avLst/>
          </a:prstGeom>
          <a:gradFill>
            <a:gsLst>
              <a:gs pos="50000">
                <a:schemeClr val="accent2">
                  <a:alpha val="50000"/>
                </a:schemeClr>
              </a:gs>
              <a:gs pos="100000">
                <a:schemeClr val="accent2">
                  <a:alpha val="2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AEDC4F3-5FA2-C532-C907-B75B1B6B1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828800"/>
            <a:ext cx="4603750" cy="3200398"/>
          </a:xfrm>
        </p:spPr>
        <p:txBody>
          <a:bodyPr anchor="ctr"/>
          <a:lstStyle>
            <a:lvl1pPr algn="ctr">
              <a:lnSpc>
                <a:spcPct val="85000"/>
              </a:lnSpc>
              <a:defRPr sz="5400" b="0" spc="-10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19098994-A8B3-AEF6-0382-6AA8C9A4FF0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02450" y="1828800"/>
            <a:ext cx="4603750" cy="3200398"/>
          </a:xfrm>
        </p:spPr>
        <p:txBody>
          <a:bodyPr lIns="0" tIns="0" rIns="0" bIns="0" anchor="ctr">
            <a:normAutofit/>
          </a:bodyPr>
          <a:lstStyle>
            <a:lvl1pPr marL="236538" indent="-236538">
              <a:lnSpc>
                <a:spcPct val="120000"/>
              </a:lnSpc>
              <a:spcBef>
                <a:spcPts val="600"/>
              </a:spcBef>
              <a:buFont typeface="Aptos" panose="020B0004020202020204" pitchFamily="34" charset="0"/>
              <a:buChar char="•"/>
              <a:tabLst/>
              <a:defRPr sz="2000" cap="none" baseline="0">
                <a:solidFill>
                  <a:schemeClr val="tx1"/>
                </a:solidFill>
              </a:defRPr>
            </a:lvl1pPr>
            <a:lvl2pPr marL="457200" indent="-228600">
              <a:lnSpc>
                <a:spcPct val="120000"/>
              </a:lnSpc>
              <a:spcBef>
                <a:spcPts val="600"/>
              </a:spcBef>
              <a:buFont typeface="Aptos" panose="020B0004020202020204" pitchFamily="34" charset="0"/>
              <a:buChar char="−"/>
              <a:tabLst/>
              <a:defRPr sz="1600">
                <a:solidFill>
                  <a:schemeClr val="tx2"/>
                </a:solidFill>
              </a:defRPr>
            </a:lvl2pPr>
            <a:lvl3pPr marL="457200" indent="-228600">
              <a:lnSpc>
                <a:spcPct val="120000"/>
              </a:lnSpc>
              <a:spcBef>
                <a:spcPts val="600"/>
              </a:spcBef>
              <a:buFont typeface="Aptos" panose="020B0004020202020204" pitchFamily="34" charset="0"/>
              <a:buChar char="−"/>
              <a:tabLst/>
              <a:defRPr sz="1600">
                <a:solidFill>
                  <a:schemeClr val="tx2"/>
                </a:solidFill>
              </a:defRPr>
            </a:lvl3pPr>
            <a:lvl4pPr marL="457200" indent="-228600">
              <a:lnSpc>
                <a:spcPct val="120000"/>
              </a:lnSpc>
              <a:spcBef>
                <a:spcPts val="600"/>
              </a:spcBef>
              <a:buFont typeface="Aptos" panose="020B0004020202020204" pitchFamily="34" charset="0"/>
              <a:buChar char="−"/>
              <a:tabLst/>
              <a:defRPr sz="1600">
                <a:solidFill>
                  <a:schemeClr val="tx2"/>
                </a:solidFill>
              </a:defRPr>
            </a:lvl4pPr>
            <a:lvl5pPr marL="457200" indent="-228600">
              <a:lnSpc>
                <a:spcPct val="120000"/>
              </a:lnSpc>
              <a:spcBef>
                <a:spcPts val="600"/>
              </a:spcBef>
              <a:buFont typeface="Aptos" panose="020B0004020202020204" pitchFamily="34" charset="0"/>
              <a:buChar char="−"/>
              <a:tabLst/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914EC6CC-B327-C6CE-0D26-9E28BCBEC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r>
              <a:rPr lang="en-US"/>
              <a:t>© 2026 Global Healthcare Exchange, LLC. GHX proprietary information. Do not copy or distribute.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82B8D187-4B61-0F23-BDD0-3742663309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22567" r="20473"/>
          <a:stretch/>
        </p:blipFill>
        <p:spPr>
          <a:xfrm>
            <a:off x="11085695" y="2"/>
            <a:ext cx="1106304" cy="2398314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59AFE868-FDBB-9B5C-D120-0650D1FD144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3" r="23"/>
          <a:stretch/>
        </p:blipFill>
        <p:spPr>
          <a:xfrm>
            <a:off x="11204049" y="6363085"/>
            <a:ext cx="597951" cy="203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6314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et the 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4084DDF-46B7-894D-B576-E202EF1EF10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1828800"/>
            <a:ext cx="10820400" cy="4343400"/>
          </a:xfrm>
        </p:spPr>
        <p:txBody>
          <a:bodyPr lIns="0" tIns="0" rIns="0" bIns="0" numCol="2" spcCol="914400">
            <a:noAutofit/>
          </a:bodyPr>
          <a:lstStyle>
            <a:lvl1pPr marL="0" indent="0">
              <a:lnSpc>
                <a:spcPct val="120000"/>
              </a:lnSpc>
              <a:spcBef>
                <a:spcPts val="600"/>
              </a:spcBef>
              <a:buNone/>
              <a:defRPr sz="1600" b="1" cap="none" baseline="0">
                <a:solidFill>
                  <a:schemeClr val="tx1"/>
                </a:solidFill>
              </a:defRPr>
            </a:lvl1pPr>
            <a:lvl2pPr marL="0" indent="0">
              <a:lnSpc>
                <a:spcPct val="12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0" indent="0">
              <a:lnSpc>
                <a:spcPct val="120000"/>
              </a:lnSpc>
              <a:spcBef>
                <a:spcPts val="0"/>
              </a:spcBef>
              <a:buNone/>
              <a:defRPr sz="1200">
                <a:solidFill>
                  <a:schemeClr val="tx1"/>
                </a:solidFill>
              </a:defRPr>
            </a:lvl3pPr>
            <a:lvl4pPr>
              <a:lnSpc>
                <a:spcPct val="120000"/>
              </a:lnSpc>
              <a:spcBef>
                <a:spcPts val="0"/>
              </a:spcBef>
              <a:defRPr sz="1100">
                <a:solidFill>
                  <a:schemeClr val="tx1"/>
                </a:solidFill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EB9D351-AB7B-D340-9FFB-15E5FAEFCE9B}"/>
              </a:ext>
            </a:extLst>
          </p:cNvPr>
          <p:cNvSpPr txBox="1">
            <a:spLocks/>
          </p:cNvSpPr>
          <p:nvPr userDrawn="1"/>
        </p:nvSpPr>
        <p:spPr>
          <a:xfrm>
            <a:off x="287769" y="6292415"/>
            <a:ext cx="338861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404250C-081D-1E49-AC43-BC6715A416E0}" type="slidenum">
              <a:rPr lang="en-US" sz="600" b="1" smtClean="0">
                <a:solidFill>
                  <a:schemeClr val="tx1">
                    <a:alpha val="50000"/>
                  </a:schemeClr>
                </a:solidFill>
              </a:rPr>
              <a:pPr algn="ctr"/>
              <a:t>‹#›</a:t>
            </a:fld>
            <a:endParaRPr lang="en-US" sz="600" b="1">
              <a:solidFill>
                <a:schemeClr val="tx1">
                  <a:alpha val="50000"/>
                </a:schemeClr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EECBF75-B193-1814-C63B-3799D18F8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70046"/>
            <a:ext cx="8286750" cy="10332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FF582D4-53E3-5E42-3705-6EDD11D71EE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63245" r="41107"/>
          <a:stretch/>
        </p:blipFill>
        <p:spPr>
          <a:xfrm>
            <a:off x="9231437" y="1"/>
            <a:ext cx="2960562" cy="1600199"/>
          </a:xfrm>
          <a:prstGeom prst="rect">
            <a:avLst/>
          </a:prstGeom>
        </p:spPr>
      </p:pic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05C2EFED-33E5-210C-131C-76316AB4A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5800" y="6292415"/>
            <a:ext cx="4375150" cy="274320"/>
          </a:xfrm>
        </p:spPr>
        <p:txBody>
          <a:bodyPr/>
          <a:lstStyle/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4168378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eet the Teams - GHX and Custom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6" descr="A colorful waves with dots and lights&#10;&#10;Description automatically generated with medium confidence">
            <a:extLst>
              <a:ext uri="{FF2B5EF4-FFF2-40B4-BE49-F238E27FC236}">
                <a16:creationId xmlns:a16="http://schemas.microsoft.com/office/drawing/2014/main" id="{A8EECC2A-0C23-2A8F-E144-3EE4B4A262F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06706"/>
          <a:stretch/>
        </p:blipFill>
        <p:spPr>
          <a:xfrm>
            <a:off x="6097524" y="1"/>
            <a:ext cx="6094476" cy="6858000"/>
          </a:xfrm>
          <a:prstGeom prst="rect">
            <a:avLst/>
          </a:prstGeom>
          <a:solidFill>
            <a:srgbClr val="080A30"/>
          </a:solidFill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4778EED-F24C-C2AB-94AA-33E994E47C44}"/>
              </a:ext>
            </a:extLst>
          </p:cNvPr>
          <p:cNvSpPr/>
          <p:nvPr userDrawn="1"/>
        </p:nvSpPr>
        <p:spPr>
          <a:xfrm>
            <a:off x="6096000" y="0"/>
            <a:ext cx="6094476" cy="6857999"/>
          </a:xfrm>
          <a:prstGeom prst="rect">
            <a:avLst/>
          </a:prstGeom>
          <a:gradFill>
            <a:gsLst>
              <a:gs pos="50000">
                <a:schemeClr val="tx2"/>
              </a:gs>
              <a:gs pos="100000">
                <a:schemeClr val="accent1">
                  <a:alpha val="2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4084DDF-46B7-894D-B576-E202EF1EF10E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685800" y="2438400"/>
            <a:ext cx="4953001" cy="3733798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20000"/>
              </a:lnSpc>
              <a:spcBef>
                <a:spcPts val="600"/>
              </a:spcBef>
              <a:buNone/>
              <a:defRPr sz="1600" b="1" cap="none" baseline="0">
                <a:solidFill>
                  <a:schemeClr val="tx1"/>
                </a:solidFill>
              </a:defRPr>
            </a:lvl1pPr>
            <a:lvl2pPr marL="0" indent="0">
              <a:lnSpc>
                <a:spcPct val="12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0" indent="0">
              <a:lnSpc>
                <a:spcPct val="120000"/>
              </a:lnSpc>
              <a:spcBef>
                <a:spcPts val="0"/>
              </a:spcBef>
              <a:buNone/>
              <a:defRPr sz="1200">
                <a:solidFill>
                  <a:schemeClr val="tx1"/>
                </a:solidFill>
              </a:defRPr>
            </a:lvl3pPr>
            <a:lvl4pPr>
              <a:lnSpc>
                <a:spcPct val="120000"/>
              </a:lnSpc>
              <a:spcBef>
                <a:spcPts val="0"/>
              </a:spcBef>
              <a:defRPr sz="1100">
                <a:solidFill>
                  <a:schemeClr val="tx1"/>
                </a:solidFill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01DA813-D32D-4C4A-9CD1-F8058C6F50FD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6902450" y="2438399"/>
            <a:ext cx="4603750" cy="373379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20000"/>
              </a:lnSpc>
              <a:spcBef>
                <a:spcPts val="600"/>
              </a:spcBef>
              <a:buNone/>
              <a:defRPr sz="1600" b="1" cap="none" baseline="0">
                <a:solidFill>
                  <a:schemeClr val="bg1"/>
                </a:solidFill>
              </a:defRPr>
            </a:lvl1pPr>
            <a:lvl2pPr marL="0" indent="0">
              <a:lnSpc>
                <a:spcPct val="120000"/>
              </a:lnSpc>
              <a:spcBef>
                <a:spcPts val="0"/>
              </a:spcBef>
              <a:buNone/>
              <a:defRPr sz="1200" b="0">
                <a:solidFill>
                  <a:schemeClr val="bg1"/>
                </a:solidFill>
              </a:defRPr>
            </a:lvl2pPr>
            <a:lvl3pPr marL="0" indent="0">
              <a:lnSpc>
                <a:spcPct val="120000"/>
              </a:lnSpc>
              <a:spcBef>
                <a:spcPts val="0"/>
              </a:spcBef>
              <a:buNone/>
              <a:defRPr sz="1200">
                <a:solidFill>
                  <a:schemeClr val="bg1"/>
                </a:solidFill>
              </a:defRPr>
            </a:lvl3pPr>
            <a:lvl4pPr>
              <a:lnSpc>
                <a:spcPct val="120000"/>
              </a:lnSpc>
              <a:spcBef>
                <a:spcPts val="0"/>
              </a:spcBef>
              <a:defRPr sz="1100">
                <a:solidFill>
                  <a:schemeClr val="bg1"/>
                </a:solidFill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B7ED71-A9D9-0241-BA54-8DF13D26094C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685800" y="1828798"/>
            <a:ext cx="4953000" cy="457200"/>
          </a:xfr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1" cap="all" spc="300" baseline="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/>
              <a:t>GHX Team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B007F1F8-41AD-1347-8CDD-DA6E168CF466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6902450" y="1828798"/>
            <a:ext cx="4603750" cy="457200"/>
          </a:xfr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200" b="1" cap="all" spc="300" baseline="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/>
              <a:t>[Customer Name] Team</a:t>
            </a: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3BC8A67E-9617-2816-0C5A-286904F6DA0C}"/>
              </a:ext>
            </a:extLst>
          </p:cNvPr>
          <p:cNvSpPr txBox="1">
            <a:spLocks/>
          </p:cNvSpPr>
          <p:nvPr userDrawn="1"/>
        </p:nvSpPr>
        <p:spPr>
          <a:xfrm>
            <a:off x="287769" y="6292415"/>
            <a:ext cx="338861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404250C-081D-1E49-AC43-BC6715A416E0}" type="slidenum">
              <a:rPr lang="en-US" sz="600" b="1" smtClean="0">
                <a:solidFill>
                  <a:schemeClr val="tx1">
                    <a:alpha val="50000"/>
                  </a:schemeClr>
                </a:solidFill>
              </a:rPr>
              <a:pPr algn="ctr"/>
              <a:t>‹#›</a:t>
            </a:fld>
            <a:endParaRPr lang="en-US" sz="600" b="1">
              <a:solidFill>
                <a:schemeClr val="tx1">
                  <a:alpha val="50000"/>
                </a:schemeClr>
              </a:solidFill>
            </a:endParaRP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4BC7DF84-1AA6-A8B8-C925-5126E610E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70046"/>
            <a:ext cx="4953000" cy="10332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29D2C325-0C4F-E850-78E1-56C5FD76F4C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3" r="23"/>
          <a:stretch/>
        </p:blipFill>
        <p:spPr>
          <a:xfrm>
            <a:off x="11204049" y="6363085"/>
            <a:ext cx="597951" cy="203650"/>
          </a:xfrm>
          <a:prstGeom prst="rect">
            <a:avLst/>
          </a:prstGeom>
        </p:spPr>
      </p:pic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68FA40AE-CD87-47E6-B7AD-0C92B359C26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85800" y="6292415"/>
            <a:ext cx="4375150" cy="274320"/>
          </a:xfrm>
        </p:spPr>
        <p:txBody>
          <a:bodyPr/>
          <a:lstStyle/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12162963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552">
          <p15:clr>
            <a:srgbClr val="5ACBF0"/>
          </p15:clr>
        </p15:guide>
        <p15:guide id="2" pos="4128">
          <p15:clr>
            <a:srgbClr val="5ACBF0"/>
          </p15:clr>
        </p15:guide>
        <p15:guide id="3" orient="horz" pos="1536">
          <p15:clr>
            <a:srgbClr val="5ACBF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ED3788-42F5-4B4E-8D27-855D3B51AA9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85800" y="1828800"/>
            <a:ext cx="10820400" cy="4343398"/>
          </a:xfrm>
        </p:spPr>
        <p:txBody>
          <a:bodyPr/>
          <a:lstStyle>
            <a:lvl1pPr>
              <a:defRPr sz="1600"/>
            </a:lvl1pPr>
            <a:lvl2pPr>
              <a:defRPr sz="1600">
                <a:solidFill>
                  <a:schemeClr val="tx2"/>
                </a:solidFill>
              </a:defRPr>
            </a:lvl2pPr>
            <a:lvl3pPr>
              <a:defRPr sz="1200"/>
            </a:lvl3pPr>
            <a:lvl4pPr>
              <a:defRPr sz="10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B5DDA857-11EB-5440-8BF3-220638CBA1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5800" y="1281007"/>
            <a:ext cx="8284416" cy="32004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cap="none" spc="0" baseline="0">
                <a:solidFill>
                  <a:schemeClr val="accent2"/>
                </a:solidFill>
                <a:latin typeface="+mn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Subtitle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8C1148D-5BF1-CD88-888D-0A7283E72E4E}"/>
              </a:ext>
            </a:extLst>
          </p:cNvPr>
          <p:cNvSpPr txBox="1">
            <a:spLocks/>
          </p:cNvSpPr>
          <p:nvPr userDrawn="1"/>
        </p:nvSpPr>
        <p:spPr>
          <a:xfrm>
            <a:off x="287769" y="6292415"/>
            <a:ext cx="338861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404250C-081D-1E49-AC43-BC6715A416E0}" type="slidenum">
              <a:rPr lang="en-US" sz="600" b="1" smtClean="0">
                <a:solidFill>
                  <a:schemeClr val="tx1">
                    <a:alpha val="50000"/>
                  </a:schemeClr>
                </a:solidFill>
              </a:rPr>
              <a:pPr algn="ctr"/>
              <a:t>‹#›</a:t>
            </a:fld>
            <a:endParaRPr lang="en-US" sz="600" b="1">
              <a:solidFill>
                <a:schemeClr val="tx1">
                  <a:alpha val="50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266862-DF46-C218-A0B5-78C6B6E80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70046"/>
            <a:ext cx="8286750" cy="5486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93BA989-B087-DB62-17F2-BE68923AEDC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63245" r="41107"/>
          <a:stretch/>
        </p:blipFill>
        <p:spPr>
          <a:xfrm>
            <a:off x="9231437" y="1"/>
            <a:ext cx="2960562" cy="1600199"/>
          </a:xfrm>
          <a:prstGeom prst="rect">
            <a:avLst/>
          </a:prstGeom>
        </p:spPr>
      </p:pic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EA21285A-AFFA-2460-724B-9E197EA1D98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292415"/>
            <a:ext cx="4375150" cy="274320"/>
          </a:xfrm>
        </p:spPr>
        <p:txBody>
          <a:bodyPr/>
          <a:lstStyle/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149900322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Subtitl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45182C81-2572-194C-BD3B-6ACF035428D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238250"/>
          </a:xfrm>
          <a:prstGeom prst="rect">
            <a:avLst/>
          </a:prstGeom>
        </p:spPr>
      </p:pic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812EE18A-F952-6400-31C7-F9FC98C76C3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85799" y="1828799"/>
            <a:ext cx="10820399" cy="4343401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000">
                <a:solidFill>
                  <a:schemeClr val="tx1"/>
                </a:solidFill>
              </a:defRPr>
            </a:lvl4pPr>
            <a:lvl5pPr>
              <a:defRPr sz="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E3AC53E-83E4-9D3F-73F3-63741D36497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5800" y="1281007"/>
            <a:ext cx="9207500" cy="32004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cap="none" spc="0" baseline="0">
                <a:solidFill>
                  <a:schemeClr val="accent3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Subtitle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22DD194-6D38-DB82-9161-30D41434914F}"/>
              </a:ext>
            </a:extLst>
          </p:cNvPr>
          <p:cNvSpPr txBox="1">
            <a:spLocks/>
          </p:cNvSpPr>
          <p:nvPr userDrawn="1"/>
        </p:nvSpPr>
        <p:spPr>
          <a:xfrm>
            <a:off x="287769" y="6292415"/>
            <a:ext cx="338861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404250C-081D-1E49-AC43-BC6715A416E0}" type="slidenum">
              <a:rPr lang="en-US" sz="600" b="1" smtClean="0">
                <a:solidFill>
                  <a:schemeClr val="tx1">
                    <a:alpha val="50000"/>
                  </a:schemeClr>
                </a:solidFill>
              </a:rPr>
              <a:pPr algn="ctr"/>
              <a:t>‹#›</a:t>
            </a:fld>
            <a:endParaRPr lang="en-US" sz="600" b="1">
              <a:solidFill>
                <a:schemeClr val="tx1">
                  <a:alpha val="50000"/>
                </a:schemeClr>
              </a:solidFill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01F1EB1-E0ED-F7A8-A230-8EBBECC8586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22567" r="20473"/>
          <a:stretch/>
        </p:blipFill>
        <p:spPr>
          <a:xfrm>
            <a:off x="11085695" y="2"/>
            <a:ext cx="1106304" cy="2398314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CB0E2E4-544F-0BBE-F422-19FB3E619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70046"/>
            <a:ext cx="9207500" cy="548640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3A1DDE8-C15F-B625-3144-2D4C21587AC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3" r="23"/>
          <a:stretch/>
        </p:blipFill>
        <p:spPr>
          <a:xfrm>
            <a:off x="11204049" y="6363085"/>
            <a:ext cx="597951" cy="203650"/>
          </a:xfrm>
          <a:prstGeom prst="rect">
            <a:avLst/>
          </a:prstGeom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12D6EF8-8674-B976-0D98-8A01CF5B49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85800" y="6292415"/>
            <a:ext cx="4375150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17297855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D2680AF2-8935-8015-7665-F9911416689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85800" y="1828799"/>
            <a:ext cx="10820400" cy="4343401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000">
                <a:solidFill>
                  <a:schemeClr val="tx1"/>
                </a:solidFill>
              </a:defRPr>
            </a:lvl4pPr>
            <a:lvl5pPr>
              <a:defRPr sz="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91AAD7B-12F9-72D1-12A0-1B5CBBDEA3AF}"/>
              </a:ext>
            </a:extLst>
          </p:cNvPr>
          <p:cNvSpPr txBox="1">
            <a:spLocks/>
          </p:cNvSpPr>
          <p:nvPr userDrawn="1"/>
        </p:nvSpPr>
        <p:spPr>
          <a:xfrm>
            <a:off x="287769" y="6292415"/>
            <a:ext cx="338861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404250C-081D-1E49-AC43-BC6715A416E0}" type="slidenum">
              <a:rPr lang="en-US" sz="600" b="1" smtClean="0">
                <a:solidFill>
                  <a:schemeClr val="tx1">
                    <a:alpha val="50000"/>
                  </a:schemeClr>
                </a:solidFill>
              </a:rPr>
              <a:pPr algn="ctr"/>
              <a:t>‹#›</a:t>
            </a:fld>
            <a:endParaRPr lang="en-US" sz="600" b="1">
              <a:solidFill>
                <a:schemeClr val="tx1">
                  <a:alpha val="50000"/>
                </a:schemeClr>
              </a:solidFill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EFE3EC8E-7C45-2293-6DC5-D2A261404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70046"/>
            <a:ext cx="8286750" cy="10332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91A33579-BD64-D811-7642-78E61CDA326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63245" r="41107"/>
          <a:stretch/>
        </p:blipFill>
        <p:spPr>
          <a:xfrm>
            <a:off x="9231437" y="1"/>
            <a:ext cx="2960562" cy="1600199"/>
          </a:xfrm>
          <a:prstGeom prst="rect">
            <a:avLst/>
          </a:prstGeom>
        </p:spPr>
      </p:pic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D1AFBB71-C181-A4CC-996E-B0AE660E24F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292415"/>
            <a:ext cx="4375150" cy="274320"/>
          </a:xfrm>
        </p:spPr>
        <p:txBody>
          <a:bodyPr/>
          <a:lstStyle/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163864465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C1827980-329E-0AA0-78FD-08B4E9E6DB2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238250"/>
          </a:xfrm>
          <a:prstGeom prst="rect">
            <a:avLst/>
          </a:prstGeom>
        </p:spPr>
      </p:pic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B1444C84-F4B2-A29B-97C0-CFB1DFD227E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85800" y="1828799"/>
            <a:ext cx="10820400" cy="4343401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000">
                <a:solidFill>
                  <a:schemeClr val="tx1"/>
                </a:solidFill>
              </a:defRPr>
            </a:lvl4pPr>
            <a:lvl5pPr>
              <a:defRPr sz="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117715F-363D-153F-6F78-5683E1079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70046"/>
            <a:ext cx="9207500" cy="1033272"/>
          </a:xfrm>
        </p:spPr>
        <p:txBody>
          <a:bodyPr/>
          <a:lstStyle>
            <a:lvl1pPr>
              <a:defRPr b="0" spc="-1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94519B6-5AAB-F6EB-6610-94F3017D0026}"/>
              </a:ext>
            </a:extLst>
          </p:cNvPr>
          <p:cNvSpPr txBox="1">
            <a:spLocks/>
          </p:cNvSpPr>
          <p:nvPr userDrawn="1"/>
        </p:nvSpPr>
        <p:spPr>
          <a:xfrm>
            <a:off x="287769" y="6292415"/>
            <a:ext cx="338861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404250C-081D-1E49-AC43-BC6715A416E0}" type="slidenum">
              <a:rPr lang="en-US" sz="600" b="1" smtClean="0">
                <a:solidFill>
                  <a:schemeClr val="tx1">
                    <a:alpha val="50000"/>
                  </a:schemeClr>
                </a:solidFill>
              </a:rPr>
              <a:pPr algn="ctr"/>
              <a:t>‹#›</a:t>
            </a:fld>
            <a:endParaRPr lang="en-US" sz="600" b="1">
              <a:solidFill>
                <a:schemeClr val="tx1">
                  <a:alpha val="50000"/>
                </a:schemeClr>
              </a:solidFill>
            </a:endParaRP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CFCC37E-35E8-5043-0054-30572960614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22567" r="20473"/>
          <a:stretch/>
        </p:blipFill>
        <p:spPr>
          <a:xfrm>
            <a:off x="11085695" y="2"/>
            <a:ext cx="1106304" cy="2398314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E46E8F0A-544E-9A54-42EF-7AD2A134CD4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3" r="23"/>
          <a:stretch/>
        </p:blipFill>
        <p:spPr>
          <a:xfrm>
            <a:off x="11204049" y="6363085"/>
            <a:ext cx="597951" cy="203650"/>
          </a:xfrm>
          <a:prstGeom prst="rect">
            <a:avLst/>
          </a:prstGeom>
        </p:spPr>
      </p:pic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411FF67-76E0-6260-151C-4144535CD6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85800" y="6292415"/>
            <a:ext cx="4375150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12259351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6" descr="A colorful waves with dots and lights&#10;&#10;Description automatically generated with medium confidence">
            <a:extLst>
              <a:ext uri="{FF2B5EF4-FFF2-40B4-BE49-F238E27FC236}">
                <a16:creationId xmlns:a16="http://schemas.microsoft.com/office/drawing/2014/main" id="{65773299-0FCB-A125-9EBA-9EAB0BE53C8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814050" y="1"/>
            <a:ext cx="1377950" cy="6858000"/>
          </a:xfrm>
          <a:prstGeom prst="rect">
            <a:avLst/>
          </a:prstGeom>
          <a:solidFill>
            <a:srgbClr val="080A30"/>
          </a:solidFill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A652230-4F4D-EADF-B291-2FDE82C58055}"/>
              </a:ext>
            </a:extLst>
          </p:cNvPr>
          <p:cNvSpPr/>
          <p:nvPr userDrawn="1"/>
        </p:nvSpPr>
        <p:spPr>
          <a:xfrm>
            <a:off x="10814050" y="0"/>
            <a:ext cx="1377950" cy="6857999"/>
          </a:xfrm>
          <a:prstGeom prst="rect">
            <a:avLst/>
          </a:prstGeom>
          <a:gradFill>
            <a:gsLst>
              <a:gs pos="100000">
                <a:srgbClr val="091431">
                  <a:alpha val="75000"/>
                </a:srgbClr>
              </a:gs>
              <a:gs pos="75000">
                <a:srgbClr val="091431">
                  <a:alpha val="0"/>
                </a:srgb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DEEEC1FD-7189-6493-5B08-76852CD1950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85800" y="1828799"/>
            <a:ext cx="9207500" cy="4343401"/>
          </a:xfrm>
        </p:spPr>
        <p:txBody>
          <a:bodyPr/>
          <a:lstStyle>
            <a:lvl1pPr>
              <a:defRPr sz="1600"/>
            </a:lvl1pPr>
            <a:lvl2pPr>
              <a:defRPr sz="1600">
                <a:solidFill>
                  <a:schemeClr val="tx2"/>
                </a:solidFill>
              </a:defRPr>
            </a:lvl2pPr>
            <a:lvl3pPr>
              <a:defRPr sz="1200"/>
            </a:lvl3pPr>
            <a:lvl4pPr>
              <a:defRPr sz="10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0BD402-CF8C-3755-C27A-55526C2F9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70046"/>
            <a:ext cx="9213850" cy="10332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DB718365-9D6D-8A21-C62B-D6BA4EDDFF73}"/>
              </a:ext>
            </a:extLst>
          </p:cNvPr>
          <p:cNvSpPr txBox="1">
            <a:spLocks/>
          </p:cNvSpPr>
          <p:nvPr userDrawn="1"/>
        </p:nvSpPr>
        <p:spPr>
          <a:xfrm>
            <a:off x="287769" y="6292415"/>
            <a:ext cx="338861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404250C-081D-1E49-AC43-BC6715A416E0}" type="slidenum">
              <a:rPr lang="en-US" sz="600" b="1" smtClean="0">
                <a:solidFill>
                  <a:schemeClr val="tx1">
                    <a:alpha val="50000"/>
                  </a:schemeClr>
                </a:solidFill>
              </a:rPr>
              <a:pPr algn="ctr"/>
              <a:t>‹#›</a:t>
            </a:fld>
            <a:endParaRPr lang="en-US" sz="600" b="1">
              <a:solidFill>
                <a:schemeClr val="tx1">
                  <a:alpha val="50000"/>
                </a:schemeClr>
              </a:solidFill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BA683F24-A5A8-4A37-AEE3-5740D7FDF08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3" r="23"/>
          <a:stretch/>
        </p:blipFill>
        <p:spPr>
          <a:xfrm>
            <a:off x="11204049" y="6363085"/>
            <a:ext cx="597951" cy="203650"/>
          </a:xfrm>
          <a:prstGeom prst="rect">
            <a:avLst/>
          </a:prstGeom>
        </p:spPr>
      </p:pic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EC623616-261B-9D45-E9D7-9B34899BAD3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292415"/>
            <a:ext cx="4375150" cy="274320"/>
          </a:xfrm>
        </p:spPr>
        <p:txBody>
          <a:bodyPr/>
          <a:lstStyle/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364594481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 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Placeholder 5" descr="A close up of lights&#10;&#10;Description automatically generated">
            <a:extLst>
              <a:ext uri="{FF2B5EF4-FFF2-40B4-BE49-F238E27FC236}">
                <a16:creationId xmlns:a16="http://schemas.microsoft.com/office/drawing/2014/main" id="{F14B958B-0937-2366-5C3C-1F056845324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814050" y="0"/>
            <a:ext cx="1376426" cy="68580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4E9B184D-1A7D-2CB1-42D8-9149B7D9F613}"/>
              </a:ext>
            </a:extLst>
          </p:cNvPr>
          <p:cNvSpPr/>
          <p:nvPr userDrawn="1"/>
        </p:nvSpPr>
        <p:spPr>
          <a:xfrm>
            <a:off x="10814050" y="0"/>
            <a:ext cx="1377950" cy="6857999"/>
          </a:xfrm>
          <a:prstGeom prst="rect">
            <a:avLst/>
          </a:prstGeom>
          <a:gradFill>
            <a:gsLst>
              <a:gs pos="100000">
                <a:srgbClr val="091431">
                  <a:alpha val="75000"/>
                </a:srgbClr>
              </a:gs>
              <a:gs pos="75000">
                <a:srgbClr val="091431">
                  <a:alpha val="0"/>
                </a:srgb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kern="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EFF61B7D-0EDC-B758-38F5-6B0D19E333E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85800" y="1828799"/>
            <a:ext cx="9207500" cy="4343401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000">
                <a:solidFill>
                  <a:schemeClr val="tx1"/>
                </a:solidFill>
              </a:defRPr>
            </a:lvl4pPr>
            <a:lvl5pPr>
              <a:defRPr sz="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EAD9FB-9F46-BE59-F2CD-D305EE5DF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70046"/>
            <a:ext cx="9207500" cy="1033272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FFF51A3-8346-29EB-1792-CFAE72503A25}"/>
              </a:ext>
            </a:extLst>
          </p:cNvPr>
          <p:cNvSpPr txBox="1">
            <a:spLocks/>
          </p:cNvSpPr>
          <p:nvPr userDrawn="1"/>
        </p:nvSpPr>
        <p:spPr>
          <a:xfrm>
            <a:off x="287769" y="6292415"/>
            <a:ext cx="338861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404250C-081D-1E49-AC43-BC6715A416E0}" type="slidenum">
              <a:rPr lang="en-US" sz="600" b="1" smtClean="0">
                <a:solidFill>
                  <a:schemeClr val="tx1">
                    <a:alpha val="50000"/>
                  </a:schemeClr>
                </a:solidFill>
              </a:rPr>
              <a:pPr algn="ctr"/>
              <a:t>‹#›</a:t>
            </a:fld>
            <a:endParaRPr lang="en-US" sz="600" b="1">
              <a:solidFill>
                <a:schemeClr val="tx1">
                  <a:alpha val="50000"/>
                </a:schemeClr>
              </a:solidFill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BCB585BB-1A71-887F-CCAE-1F9FBF9659C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3" r="23"/>
          <a:stretch/>
        </p:blipFill>
        <p:spPr>
          <a:xfrm>
            <a:off x="11204049" y="6363085"/>
            <a:ext cx="597951" cy="20365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338C3B-8668-FFA4-4DDB-6165E0A09A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85800" y="6292415"/>
            <a:ext cx="4375150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29405728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Placeholder 13" descr="A close-up of a building&#10;&#10;Description automatically generated">
            <a:extLst>
              <a:ext uri="{FF2B5EF4-FFF2-40B4-BE49-F238E27FC236}">
                <a16:creationId xmlns:a16="http://schemas.microsoft.com/office/drawing/2014/main" id="{8403218C-B56C-35EB-7632-C79683EB93E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4" y="0"/>
            <a:ext cx="12190476" cy="2971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E2A1886-A61C-4E25-4315-2A1DA5D719D6}"/>
              </a:ext>
            </a:extLst>
          </p:cNvPr>
          <p:cNvSpPr/>
          <p:nvPr userDrawn="1"/>
        </p:nvSpPr>
        <p:spPr>
          <a:xfrm flipH="1">
            <a:off x="0" y="0"/>
            <a:ext cx="12192000" cy="2971800"/>
          </a:xfrm>
          <a:prstGeom prst="rect">
            <a:avLst/>
          </a:prstGeom>
          <a:gradFill flip="none" rotWithShape="1">
            <a:gsLst>
              <a:gs pos="0">
                <a:schemeClr val="accent2">
                  <a:alpha val="0"/>
                </a:schemeClr>
              </a:gs>
              <a:gs pos="100000">
                <a:schemeClr val="accent3">
                  <a:alpha val="5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en-US" sz="1600">
              <a:latin typeface="+mn-lt"/>
            </a:endParaRP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7F6EDC23-7D81-4B39-12B6-3AD060BCEBB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0" y="3657600"/>
            <a:ext cx="10820400" cy="2514601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200"/>
            </a:lvl3pPr>
            <a:lvl4pPr>
              <a:defRPr sz="10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FF6B13D-C5C6-DA62-CDF6-E4ED6554A2FE}"/>
              </a:ext>
            </a:extLst>
          </p:cNvPr>
          <p:cNvSpPr txBox="1">
            <a:spLocks/>
          </p:cNvSpPr>
          <p:nvPr userDrawn="1"/>
        </p:nvSpPr>
        <p:spPr>
          <a:xfrm>
            <a:off x="287769" y="6292415"/>
            <a:ext cx="338861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404250C-081D-1E49-AC43-BC6715A416E0}" type="slidenum">
              <a:rPr lang="en-US" sz="600" b="1" smtClean="0">
                <a:solidFill>
                  <a:schemeClr val="tx1">
                    <a:alpha val="50000"/>
                  </a:schemeClr>
                </a:solidFill>
              </a:rPr>
              <a:pPr algn="ctr"/>
              <a:t>‹#›</a:t>
            </a:fld>
            <a:endParaRPr lang="en-US" sz="600" b="1">
              <a:solidFill>
                <a:schemeClr val="tx1">
                  <a:alpha val="50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671C48-23B2-7BC2-7303-D2F20F41E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70045"/>
            <a:ext cx="5295900" cy="217315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0082F169-E4D2-28BF-BB95-319BD6D5691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292415"/>
            <a:ext cx="4375150" cy="274320"/>
          </a:xfrm>
        </p:spPr>
        <p:txBody>
          <a:bodyPr/>
          <a:lstStyle/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3863700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04">
          <p15:clr>
            <a:srgbClr val="5ACBF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Custom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FE9EE73-9EF4-B505-DC71-B2A278947C5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-1"/>
            <a:ext cx="12190476" cy="2971799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marL="173038" marR="0" lvl="0" indent="-173038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ptos" panose="020B0004020202020204" pitchFamily="34" charset="0"/>
              <a:buChar char="•"/>
              <a:tabLst/>
              <a:defRPr/>
            </a:pPr>
            <a:r>
              <a:rPr lang="en-US"/>
              <a:t>Step 1: Select blue overlay box and title and send to back by right clicking and choosing “Send to Back” </a:t>
            </a:r>
            <a:br>
              <a:rPr lang="en-US"/>
            </a:br>
            <a:r>
              <a:rPr lang="en-US"/>
              <a:t>Step 2: Click on the picture icon to insert picture</a:t>
            </a:r>
            <a:br>
              <a:rPr lang="en-US"/>
            </a:br>
            <a:r>
              <a:rPr lang="en-US"/>
              <a:t>Step 3: Click the Reset button on the Home tab to reset the position, size and formatting of the slide placeholders to their default setting</a:t>
            </a:r>
          </a:p>
          <a:p>
            <a:endParaRPr lang="en-US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C647B3D2-8F7A-FDC7-D240-BE752A07EC3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24" y="0"/>
            <a:ext cx="12188952" cy="2971800"/>
          </a:xfrm>
          <a:prstGeom prst="rect">
            <a:avLst/>
          </a:prstGeom>
          <a:solidFill>
            <a:schemeClr val="accent1">
              <a:alpha val="50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600">
                <a:noFill/>
              </a:defRPr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7F6EDC23-7D81-4B39-12B6-3AD060BCEBB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0" y="3657597"/>
            <a:ext cx="10820400" cy="2514603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200"/>
            </a:lvl3pPr>
            <a:lvl4pPr>
              <a:defRPr sz="10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0DDE0A7-CD52-C4CA-0C0D-A988F2ABB786}"/>
              </a:ext>
            </a:extLst>
          </p:cNvPr>
          <p:cNvSpPr txBox="1">
            <a:spLocks/>
          </p:cNvSpPr>
          <p:nvPr userDrawn="1"/>
        </p:nvSpPr>
        <p:spPr>
          <a:xfrm>
            <a:off x="287769" y="6292415"/>
            <a:ext cx="338861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404250C-081D-1E49-AC43-BC6715A416E0}" type="slidenum">
              <a:rPr lang="en-US" sz="600" b="1" smtClean="0">
                <a:solidFill>
                  <a:schemeClr val="tx1">
                    <a:alpha val="50000"/>
                  </a:schemeClr>
                </a:solidFill>
              </a:rPr>
              <a:pPr algn="ctr"/>
              <a:t>‹#›</a:t>
            </a:fld>
            <a:endParaRPr lang="en-US" sz="600" b="1">
              <a:solidFill>
                <a:schemeClr val="tx1">
                  <a:alpha val="50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3D2B7F-21B8-EF86-5926-4E48A3A24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39824E-A7B4-F148-CCC0-E5DF5468F1A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292415"/>
            <a:ext cx="4375150" cy="274320"/>
          </a:xfrm>
        </p:spPr>
        <p:txBody>
          <a:bodyPr/>
          <a:lstStyle/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12855747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04">
          <p15:clr>
            <a:srgbClr val="5ACBF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 Custom Imag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FE9EE73-9EF4-B505-DC71-B2A278947C5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0476" cy="2971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marL="173038" marR="0" lvl="0" indent="-173038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ptos" panose="020B0004020202020204" pitchFamily="34" charset="0"/>
              <a:buChar char="•"/>
              <a:tabLst/>
              <a:defRPr/>
            </a:pPr>
            <a:r>
              <a:rPr lang="en-US"/>
              <a:t>Step 1: Select blue overlay box and title and send to back by right clicking and choosing “Send to Back” </a:t>
            </a:r>
            <a:br>
              <a:rPr lang="en-US"/>
            </a:br>
            <a:r>
              <a:rPr lang="en-US"/>
              <a:t>Step 2: Click on the picture icon to insert picture</a:t>
            </a:r>
            <a:br>
              <a:rPr lang="en-US"/>
            </a:br>
            <a:r>
              <a:rPr lang="en-US"/>
              <a:t>Step 3: Click the Reset button on the Home tab to reset the position, size and formatting of the slide placeholders to their default setting</a:t>
            </a:r>
          </a:p>
          <a:p>
            <a:endParaRPr lang="en-US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C647B3D2-8F7A-FDC7-D240-BE752A07EC3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24" y="0"/>
            <a:ext cx="12188952" cy="2971800"/>
          </a:xfrm>
          <a:prstGeom prst="rect">
            <a:avLst/>
          </a:prstGeom>
          <a:solidFill>
            <a:schemeClr val="accent1">
              <a:alpha val="50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600">
                <a:noFill/>
              </a:defRPr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7F6EDC23-7D81-4B39-12B6-3AD060BCEBB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0" y="3657600"/>
            <a:ext cx="10820400" cy="2514600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000">
                <a:solidFill>
                  <a:schemeClr val="tx1"/>
                </a:solidFill>
              </a:defRPr>
            </a:lvl4pPr>
            <a:lvl5pPr>
              <a:defRPr sz="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900CB3F-A8BA-4A72-8B3A-9BC33C4D9AC6}"/>
              </a:ext>
            </a:extLst>
          </p:cNvPr>
          <p:cNvSpPr txBox="1">
            <a:spLocks/>
          </p:cNvSpPr>
          <p:nvPr userDrawn="1"/>
        </p:nvSpPr>
        <p:spPr>
          <a:xfrm>
            <a:off x="287769" y="6292415"/>
            <a:ext cx="338861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404250C-081D-1E49-AC43-BC6715A416E0}" type="slidenum">
              <a:rPr lang="en-US" sz="600" b="1" smtClean="0">
                <a:solidFill>
                  <a:schemeClr val="tx1">
                    <a:alpha val="50000"/>
                  </a:schemeClr>
                </a:solidFill>
              </a:rPr>
              <a:pPr algn="ctr"/>
              <a:t>‹#›</a:t>
            </a:fld>
            <a:endParaRPr lang="en-US" sz="600" b="1">
              <a:solidFill>
                <a:schemeClr val="tx1">
                  <a:alpha val="50000"/>
                </a:schemeClr>
              </a:solidFill>
            </a:endParaRP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EC1E68AF-2989-86DB-9677-4EC550A8B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79B35292-AC79-D55A-32A0-9432BE01241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3" r="23"/>
          <a:stretch/>
        </p:blipFill>
        <p:spPr>
          <a:xfrm>
            <a:off x="11204049" y="6363085"/>
            <a:ext cx="597951" cy="203650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DB22CDBC-26F6-728B-94A4-497D360CC7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85800" y="6292415"/>
            <a:ext cx="4375150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25582201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304">
          <p15:clr>
            <a:srgbClr val="5ACBF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: 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AA783254-03B3-0B42-B3AB-CB88F8B496F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85800" y="1828801"/>
            <a:ext cx="4953000" cy="4343400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000">
                <a:solidFill>
                  <a:schemeClr val="tx1"/>
                </a:solidFill>
              </a:defRPr>
            </a:lvl4pPr>
            <a:lvl5pPr>
              <a:defRPr sz="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6068B4A-D8B8-4949-9540-3E961B3C791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553200" y="1828801"/>
            <a:ext cx="4953000" cy="4343399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000">
                <a:solidFill>
                  <a:schemeClr val="tx1"/>
                </a:solidFill>
              </a:defRPr>
            </a:lvl4pPr>
            <a:lvl5pPr>
              <a:defRPr sz="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FC819874-57C8-3B82-90C4-ACE32CC5418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5800" y="1281007"/>
            <a:ext cx="10817352" cy="32004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cap="none" spc="0" baseline="0">
                <a:solidFill>
                  <a:schemeClr val="accent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Subtitle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061D8A-C5D2-01EF-B5F6-7D7C8B8391ED}"/>
              </a:ext>
            </a:extLst>
          </p:cNvPr>
          <p:cNvSpPr txBox="1">
            <a:spLocks/>
          </p:cNvSpPr>
          <p:nvPr userDrawn="1"/>
        </p:nvSpPr>
        <p:spPr>
          <a:xfrm>
            <a:off x="287769" y="6292415"/>
            <a:ext cx="338861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404250C-081D-1E49-AC43-BC6715A416E0}" type="slidenum">
              <a:rPr lang="en-US" sz="600" b="1" smtClean="0">
                <a:solidFill>
                  <a:schemeClr val="tx1">
                    <a:alpha val="50000"/>
                  </a:schemeClr>
                </a:solidFill>
              </a:rPr>
              <a:pPr algn="ctr"/>
              <a:t>‹#›</a:t>
            </a:fld>
            <a:endParaRPr lang="en-US" sz="600" b="1">
              <a:solidFill>
                <a:schemeClr val="tx1">
                  <a:alpha val="50000"/>
                </a:schemeClr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0ED9C06-1E6A-F4D2-4515-BC8056EDE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70046"/>
            <a:ext cx="10820400" cy="5486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B1D6EF-7B26-EA43-9FA0-C4C338CD023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292415"/>
            <a:ext cx="4375150" cy="274320"/>
          </a:xfrm>
        </p:spPr>
        <p:txBody>
          <a:bodyPr/>
          <a:lstStyle/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15974439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552">
          <p15:clr>
            <a:srgbClr val="5ACBF0"/>
          </p15:clr>
        </p15:guide>
        <p15:guide id="2" pos="4128">
          <p15:clr>
            <a:srgbClr val="5ACBF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: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ED3788-42F5-4B4E-8D27-855D3B51AA9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85800" y="1828799"/>
            <a:ext cx="4953000" cy="4343401"/>
          </a:xfrm>
        </p:spPr>
        <p:txBody>
          <a:bodyPr/>
          <a:lstStyle>
            <a:lvl2pPr>
              <a:defRPr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94EA46-D19C-874B-A65F-77DC5EA3619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553200" y="1828798"/>
            <a:ext cx="4953000" cy="43434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FDAF11B-BDEC-35CD-2806-38EA9DA14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07340A8-CA37-382C-18EF-B77DEAED7F75}"/>
              </a:ext>
            </a:extLst>
          </p:cNvPr>
          <p:cNvSpPr txBox="1">
            <a:spLocks/>
          </p:cNvSpPr>
          <p:nvPr userDrawn="1"/>
        </p:nvSpPr>
        <p:spPr>
          <a:xfrm>
            <a:off x="287769" y="6292415"/>
            <a:ext cx="338861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404250C-081D-1E49-AC43-BC6715A416E0}" type="slidenum">
              <a:rPr lang="en-US" sz="600" b="1" smtClean="0">
                <a:solidFill>
                  <a:schemeClr val="tx1">
                    <a:alpha val="50000"/>
                  </a:schemeClr>
                </a:solidFill>
              </a:rPr>
              <a:pPr algn="ctr"/>
              <a:t>‹#›</a:t>
            </a:fld>
            <a:endParaRPr lang="en-US" sz="600" b="1">
              <a:solidFill>
                <a:schemeClr val="tx1">
                  <a:alpha val="50000"/>
                </a:schemeClr>
              </a:solidFill>
            </a:endParaRPr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9E832C4E-D372-28BB-10C0-108CF52E969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292415"/>
            <a:ext cx="4375150" cy="274320"/>
          </a:xfrm>
        </p:spPr>
        <p:txBody>
          <a:bodyPr/>
          <a:lstStyle/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10499396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552">
          <p15:clr>
            <a:srgbClr val="5ACBF0"/>
          </p15:clr>
        </p15:guide>
        <p15:guide id="2" pos="4128">
          <p15:clr>
            <a:srgbClr val="5ACBF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6103158E-65A8-2346-88A2-B863F53E3B0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85801" y="1828800"/>
            <a:ext cx="4953000" cy="2057400"/>
          </a:xfrm>
        </p:spPr>
        <p:txBody>
          <a:bodyPr lIns="0" tIns="0" rIns="0" bIns="0"/>
          <a:lstStyle>
            <a:lvl1pPr>
              <a:defRPr sz="1600"/>
            </a:lvl1pPr>
            <a:lvl2pPr>
              <a:defRPr sz="1600"/>
            </a:lvl2pPr>
            <a:lvl3pPr>
              <a:defRPr sz="1200"/>
            </a:lvl3pPr>
            <a:lvl4pPr>
              <a:defRPr sz="10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1437D6D-2324-034D-AF76-06B38A6CC049}"/>
              </a:ext>
            </a:extLst>
          </p:cNvPr>
          <p:cNvSpPr/>
          <p:nvPr userDrawn="1"/>
        </p:nvSpPr>
        <p:spPr>
          <a:xfrm>
            <a:off x="457201" y="5006480"/>
            <a:ext cx="2157983" cy="2238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4F8337D5-6232-4146-85CF-9D7AAEA68DA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553200" y="1828800"/>
            <a:ext cx="4953000" cy="2057400"/>
          </a:xfrm>
        </p:spPr>
        <p:txBody>
          <a:bodyPr lIns="0" tIns="0" rIns="0" bIns="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ontent Placeholder 12">
            <a:extLst>
              <a:ext uri="{FF2B5EF4-FFF2-40B4-BE49-F238E27FC236}">
                <a16:creationId xmlns:a16="http://schemas.microsoft.com/office/drawing/2014/main" id="{0E20CC5D-EEF1-FC41-ABE7-AD0F8D9EE32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0" y="4381499"/>
            <a:ext cx="10820400" cy="1790701"/>
          </a:xfrm>
        </p:spPr>
        <p:txBody>
          <a:bodyPr lIns="0" tIns="0" rIns="0" bIns="0"/>
          <a:lstStyle>
            <a:lvl1pPr>
              <a:defRPr sz="1600"/>
            </a:lvl1pPr>
            <a:lvl2pPr>
              <a:defRPr sz="1600"/>
            </a:lvl2pPr>
            <a:lvl3pPr>
              <a:defRPr sz="1200"/>
            </a:lvl3pPr>
            <a:lvl4pPr>
              <a:defRPr sz="10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56186D-F9CA-FEFD-8401-3B0B7CF55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8E2F1D6-FF1E-DFC7-7165-88E109C2F82D}"/>
              </a:ext>
            </a:extLst>
          </p:cNvPr>
          <p:cNvSpPr txBox="1">
            <a:spLocks/>
          </p:cNvSpPr>
          <p:nvPr userDrawn="1"/>
        </p:nvSpPr>
        <p:spPr>
          <a:xfrm>
            <a:off x="287769" y="6292415"/>
            <a:ext cx="338861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404250C-081D-1E49-AC43-BC6715A416E0}" type="slidenum">
              <a:rPr lang="en-US" sz="600" b="1" smtClean="0">
                <a:solidFill>
                  <a:schemeClr val="tx1">
                    <a:alpha val="50000"/>
                  </a:schemeClr>
                </a:solidFill>
              </a:rPr>
              <a:pPr algn="ctr"/>
              <a:t>‹#›</a:t>
            </a:fld>
            <a:endParaRPr lang="en-US" sz="600" b="1">
              <a:solidFill>
                <a:schemeClr val="tx1">
                  <a:alpha val="50000"/>
                </a:schemeClr>
              </a:solidFill>
            </a:endParaRP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91BF270D-39E5-682B-A4C5-3FB624E8138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292415"/>
            <a:ext cx="4375150" cy="274320"/>
          </a:xfrm>
        </p:spPr>
        <p:txBody>
          <a:bodyPr/>
          <a:lstStyle/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13294770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552">
          <p15:clr>
            <a:srgbClr val="5ACBF0"/>
          </p15:clr>
        </p15:guide>
        <p15:guide id="2" pos="4128">
          <p15:clr>
            <a:srgbClr val="5ACBF0"/>
          </p15:clr>
        </p15:guide>
        <p15:guide id="3" orient="horz" pos="2760">
          <p15:clr>
            <a:srgbClr val="5ACBF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: 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FC9B3A9-7C7C-AF32-E0FD-85C6793C3438}"/>
              </a:ext>
            </a:extLst>
          </p:cNvPr>
          <p:cNvSpPr/>
          <p:nvPr userDrawn="1"/>
        </p:nvSpPr>
        <p:spPr>
          <a:xfrm>
            <a:off x="4148074" y="0"/>
            <a:ext cx="804240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en-US" sz="1600"/>
          </a:p>
        </p:txBody>
      </p:sp>
      <p:pic>
        <p:nvPicPr>
          <p:cNvPr id="12" name="Picture Placeholder 3">
            <a:extLst>
              <a:ext uri="{FF2B5EF4-FFF2-40B4-BE49-F238E27FC236}">
                <a16:creationId xmlns:a16="http://schemas.microsoft.com/office/drawing/2014/main" id="{37532303-A5E7-AB54-CC39-B888B32A268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55064" r="14312" b="46430"/>
          <a:stretch/>
        </p:blipFill>
        <p:spPr>
          <a:xfrm>
            <a:off x="4140200" y="-2"/>
            <a:ext cx="8051800" cy="685800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AEC4602-A7A3-18C6-219E-EB5CF004387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132326" y="0"/>
            <a:ext cx="8059674" cy="123825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5DC56638-842F-10FB-6B79-F52F7EF97FAF}"/>
              </a:ext>
            </a:extLst>
          </p:cNvPr>
          <p:cNvSpPr/>
          <p:nvPr userDrawn="1"/>
        </p:nvSpPr>
        <p:spPr>
          <a:xfrm>
            <a:off x="4140200" y="-4862"/>
            <a:ext cx="3911600" cy="6862861"/>
          </a:xfrm>
          <a:prstGeom prst="rect">
            <a:avLst/>
          </a:prstGeom>
          <a:gradFill>
            <a:gsLst>
              <a:gs pos="0">
                <a:schemeClr val="accent2">
                  <a:alpha val="50000"/>
                </a:schemeClr>
              </a:gs>
              <a:gs pos="50000">
                <a:schemeClr val="accent2">
                  <a:alpha val="75000"/>
                </a:schemeClr>
              </a:gs>
              <a:gs pos="100000">
                <a:srgbClr val="740FF4">
                  <a:alpha val="5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AA783254-03B3-0B42-B3AB-CB88F8B496F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85800" y="2996392"/>
            <a:ext cx="2762250" cy="3175807"/>
          </a:xfrm>
        </p:spPr>
        <p:txBody>
          <a:bodyPr/>
          <a:lstStyle>
            <a:lvl1pPr>
              <a:defRPr sz="1600"/>
            </a:lvl1pPr>
            <a:lvl2pPr>
              <a:defRPr sz="1400">
                <a:solidFill>
                  <a:schemeClr val="tx2"/>
                </a:solidFill>
              </a:defRPr>
            </a:lvl2pPr>
            <a:lvl3pPr>
              <a:defRPr sz="1200"/>
            </a:lvl3pPr>
            <a:lvl4pPr>
              <a:defRPr sz="11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6068B4A-D8B8-4949-9540-3E961B3C791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15256" y="2996392"/>
            <a:ext cx="2761488" cy="3175807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CF62310A-DE69-524A-91AC-4BB1AFD41D1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740394" y="2996392"/>
            <a:ext cx="2761488" cy="3175808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27">
            <a:extLst>
              <a:ext uri="{FF2B5EF4-FFF2-40B4-BE49-F238E27FC236}">
                <a16:creationId xmlns:a16="http://schemas.microsoft.com/office/drawing/2014/main" id="{F09F9BA4-BA4D-598F-65A9-4D61CFC1F54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02175" y="2160588"/>
            <a:ext cx="2787650" cy="582612"/>
          </a:xfr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7">
            <a:extLst>
              <a:ext uri="{FF2B5EF4-FFF2-40B4-BE49-F238E27FC236}">
                <a16:creationId xmlns:a16="http://schemas.microsoft.com/office/drawing/2014/main" id="{BAE45583-41A8-5B46-3FD2-E1EC9580E0A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727313" y="2160588"/>
            <a:ext cx="2787650" cy="582612"/>
          </a:xfr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B5DDA857-11EB-5440-8BF3-220638CBA1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5798" y="2281724"/>
            <a:ext cx="2762252" cy="461476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cap="none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ptos" panose="020B0004020202020204" pitchFamily="34" charset="0"/>
              <a:buNone/>
              <a:tabLst/>
              <a:defRPr/>
            </a:pPr>
            <a:r>
              <a:rPr lang="en-US"/>
              <a:t>Click to edit Master text</a:t>
            </a:r>
          </a:p>
        </p:txBody>
      </p: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97616A3B-3F17-ECAE-D5D7-398101491EF9}"/>
              </a:ext>
            </a:extLst>
          </p:cNvPr>
          <p:cNvSpPr txBox="1">
            <a:spLocks/>
          </p:cNvSpPr>
          <p:nvPr userDrawn="1"/>
        </p:nvSpPr>
        <p:spPr>
          <a:xfrm>
            <a:off x="287769" y="6292415"/>
            <a:ext cx="338861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404250C-081D-1E49-AC43-BC6715A416E0}" type="slidenum">
              <a:rPr lang="en-US" sz="600" b="1" smtClean="0">
                <a:solidFill>
                  <a:schemeClr val="tx1">
                    <a:alpha val="50000"/>
                  </a:schemeClr>
                </a:solidFill>
              </a:rPr>
              <a:pPr algn="ctr"/>
              <a:t>‹#›</a:t>
            </a:fld>
            <a:endParaRPr lang="en-US" sz="600" b="1">
              <a:solidFill>
                <a:schemeClr val="tx1">
                  <a:alpha val="50000"/>
                </a:schemeClr>
              </a:solidFill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1047282-0FF8-5C3C-729E-45082C9F283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3" r="23"/>
          <a:stretch/>
        </p:blipFill>
        <p:spPr>
          <a:xfrm>
            <a:off x="11204049" y="6363085"/>
            <a:ext cx="597951" cy="20365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028D9038-94F6-07D8-6A5C-BF812EFAF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" y="570046"/>
            <a:ext cx="3167009" cy="125875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80DFD1-0957-B745-999E-73D496AAA1C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292415"/>
            <a:ext cx="4375150" cy="274320"/>
          </a:xfrm>
        </p:spPr>
        <p:txBody>
          <a:bodyPr/>
          <a:lstStyle/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418455469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: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ED3788-42F5-4B4E-8D27-855D3B51AA9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85800" y="2743199"/>
            <a:ext cx="3000747" cy="3429001"/>
          </a:xfrm>
        </p:spPr>
        <p:txBody>
          <a:bodyPr/>
          <a:lstStyle>
            <a:lvl1pPr>
              <a:defRPr sz="1600"/>
            </a:lvl1pPr>
            <a:lvl2pPr>
              <a:defRPr sz="1600">
                <a:solidFill>
                  <a:schemeClr val="tx2"/>
                </a:solidFill>
              </a:defRPr>
            </a:lvl2pPr>
            <a:lvl3pPr>
              <a:defRPr sz="1200"/>
            </a:lvl3pPr>
            <a:lvl4pPr>
              <a:defRPr sz="10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A6E643CD-02AF-A248-A2A8-CCAE4E1C100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95627" y="2743199"/>
            <a:ext cx="3000747" cy="3429001"/>
          </a:xfrm>
        </p:spPr>
        <p:txBody>
          <a:bodyPr/>
          <a:lstStyle>
            <a:lvl1pPr>
              <a:defRPr sz="1600"/>
            </a:lvl1pPr>
            <a:lvl2pPr>
              <a:defRPr sz="1600">
                <a:solidFill>
                  <a:schemeClr val="tx2"/>
                </a:solidFill>
              </a:defRPr>
            </a:lvl2pPr>
            <a:lvl3pPr>
              <a:defRPr sz="1200"/>
            </a:lvl3pPr>
            <a:lvl4pPr>
              <a:defRPr sz="10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4F8D2CE5-8055-7E40-A137-CD3D1C6B9C3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05453" y="2743199"/>
            <a:ext cx="3000747" cy="3429001"/>
          </a:xfrm>
        </p:spPr>
        <p:txBody>
          <a:bodyPr/>
          <a:lstStyle>
            <a:lvl1pPr>
              <a:defRPr sz="1600"/>
            </a:lvl1pPr>
            <a:lvl2pPr>
              <a:defRPr sz="1600">
                <a:solidFill>
                  <a:schemeClr val="tx2"/>
                </a:solidFill>
              </a:defRPr>
            </a:lvl2pPr>
            <a:lvl3pPr>
              <a:defRPr sz="1200"/>
            </a:lvl3pPr>
            <a:lvl4pPr>
              <a:defRPr sz="10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963153D3-581C-21FB-9CA5-E74531D1DC4C}"/>
              </a:ext>
            </a:extLst>
          </p:cNvPr>
          <p:cNvSpPr txBox="1">
            <a:spLocks/>
          </p:cNvSpPr>
          <p:nvPr userDrawn="1"/>
        </p:nvSpPr>
        <p:spPr>
          <a:xfrm>
            <a:off x="287769" y="6292415"/>
            <a:ext cx="338861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404250C-081D-1E49-AC43-BC6715A416E0}" type="slidenum">
              <a:rPr lang="en-US" sz="600" b="1" smtClean="0">
                <a:solidFill>
                  <a:schemeClr val="tx1">
                    <a:alpha val="50000"/>
                  </a:schemeClr>
                </a:solidFill>
              </a:rPr>
              <a:pPr algn="ctr"/>
              <a:t>‹#›</a:t>
            </a:fld>
            <a:endParaRPr lang="en-US" sz="600" b="1">
              <a:solidFill>
                <a:schemeClr val="tx1">
                  <a:alpha val="50000"/>
                </a:schemeClr>
              </a:solidFill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33BE912-CBD0-1A18-DB02-B1BE378FC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833B30BB-2016-2625-55ED-0287207D43B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292415"/>
            <a:ext cx="4375150" cy="274320"/>
          </a:xfrm>
        </p:spPr>
        <p:txBody>
          <a:bodyPr/>
          <a:lstStyle/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33635007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328">
          <p15:clr>
            <a:srgbClr val="5ACBF0"/>
          </p15:clr>
        </p15:guide>
        <p15:guide id="2" pos="2904">
          <p15:clr>
            <a:srgbClr val="5ACBF0"/>
          </p15:clr>
        </p15:guide>
        <p15:guide id="3" pos="4800">
          <p15:clr>
            <a:srgbClr val="5ACBF0"/>
          </p15:clr>
        </p15:guide>
        <p15:guide id="4" pos="5352">
          <p15:clr>
            <a:srgbClr val="5ACBF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 Column + Statem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Placeholder 3">
            <a:extLst>
              <a:ext uri="{FF2B5EF4-FFF2-40B4-BE49-F238E27FC236}">
                <a16:creationId xmlns:a16="http://schemas.microsoft.com/office/drawing/2014/main" id="{721BF450-2A64-F54F-D6D9-2121563EE10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6036" t="12348" r="7593" b="49319"/>
          <a:stretch/>
        </p:blipFill>
        <p:spPr>
          <a:xfrm>
            <a:off x="-1" y="1950671"/>
            <a:ext cx="12192001" cy="490733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17DB0E5-E6DB-C417-BDF7-0D0F86E7281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123825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F1C8A0-2B0C-3443-AC96-EC963734BA90}"/>
              </a:ext>
            </a:extLst>
          </p:cNvPr>
          <p:cNvSpPr>
            <a:spLocks noGrp="1"/>
          </p:cNvSpPr>
          <p:nvPr userDrawn="1">
            <p:ph type="body" sz="quarter" idx="11"/>
          </p:nvPr>
        </p:nvSpPr>
        <p:spPr>
          <a:xfrm>
            <a:off x="685799" y="2178657"/>
            <a:ext cx="2999232" cy="795866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400" b="1">
                <a:solidFill>
                  <a:schemeClr val="bg1"/>
                </a:solidFill>
              </a:defRPr>
            </a:lvl2pPr>
            <a:lvl3pPr marL="914400" indent="0">
              <a:buNone/>
              <a:defRPr sz="2400" b="1">
                <a:solidFill>
                  <a:schemeClr val="bg1"/>
                </a:solidFill>
              </a:defRPr>
            </a:lvl3pPr>
            <a:lvl4pPr marL="1371600" indent="0">
              <a:buNone/>
              <a:defRPr sz="2400" b="1">
                <a:solidFill>
                  <a:schemeClr val="bg1"/>
                </a:solidFill>
              </a:defRPr>
            </a:lvl4pPr>
            <a:lvl5pPr marL="1828800" indent="0">
              <a:buNone/>
              <a:defRPr sz="2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73764137-A006-0A44-B3F2-F0E7194139D3}"/>
              </a:ext>
            </a:extLst>
          </p:cNvPr>
          <p:cNvSpPr>
            <a:spLocks noGrp="1"/>
          </p:cNvSpPr>
          <p:nvPr userDrawn="1">
            <p:ph type="body" sz="quarter" idx="12"/>
          </p:nvPr>
        </p:nvSpPr>
        <p:spPr>
          <a:xfrm>
            <a:off x="4596383" y="2178657"/>
            <a:ext cx="2999232" cy="795866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400" b="1">
                <a:solidFill>
                  <a:schemeClr val="bg1"/>
                </a:solidFill>
              </a:defRPr>
            </a:lvl2pPr>
            <a:lvl3pPr marL="914400" indent="0">
              <a:buNone/>
              <a:defRPr sz="2400" b="1">
                <a:solidFill>
                  <a:schemeClr val="bg1"/>
                </a:solidFill>
              </a:defRPr>
            </a:lvl3pPr>
            <a:lvl4pPr marL="1371600" indent="0">
              <a:buNone/>
              <a:defRPr sz="2400" b="1">
                <a:solidFill>
                  <a:schemeClr val="bg1"/>
                </a:solidFill>
              </a:defRPr>
            </a:lvl4pPr>
            <a:lvl5pPr marL="1828800" indent="0">
              <a:buNone/>
              <a:defRPr sz="2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29E98149-85FF-6345-A02B-CEC7E1516673}"/>
              </a:ext>
            </a:extLst>
          </p:cNvPr>
          <p:cNvSpPr>
            <a:spLocks noGrp="1"/>
          </p:cNvSpPr>
          <p:nvPr userDrawn="1">
            <p:ph type="body" sz="quarter" idx="13"/>
          </p:nvPr>
        </p:nvSpPr>
        <p:spPr>
          <a:xfrm>
            <a:off x="8506968" y="2178657"/>
            <a:ext cx="2999232" cy="795866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400" b="1">
                <a:solidFill>
                  <a:schemeClr val="bg1"/>
                </a:solidFill>
              </a:defRPr>
            </a:lvl2pPr>
            <a:lvl3pPr marL="914400" indent="0">
              <a:buNone/>
              <a:defRPr sz="2400" b="1">
                <a:solidFill>
                  <a:schemeClr val="bg1"/>
                </a:solidFill>
              </a:defRPr>
            </a:lvl3pPr>
            <a:lvl4pPr marL="1371600" indent="0">
              <a:buNone/>
              <a:defRPr sz="2400" b="1">
                <a:solidFill>
                  <a:schemeClr val="bg1"/>
                </a:solidFill>
              </a:defRPr>
            </a:lvl4pPr>
            <a:lvl5pPr marL="1828800" indent="0">
              <a:buNone/>
              <a:defRPr sz="2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88B57C47-FECD-334B-8331-207C1F931822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685799" y="3205845"/>
            <a:ext cx="2999232" cy="137160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1pPr>
            <a:lvl2pPr marL="457200" indent="0">
              <a:buNone/>
              <a:defRPr sz="2400" b="1">
                <a:solidFill>
                  <a:schemeClr val="bg1"/>
                </a:solidFill>
              </a:defRPr>
            </a:lvl2pPr>
            <a:lvl3pPr marL="914400" indent="0">
              <a:buNone/>
              <a:defRPr sz="2400" b="1">
                <a:solidFill>
                  <a:schemeClr val="bg1"/>
                </a:solidFill>
              </a:defRPr>
            </a:lvl3pPr>
            <a:lvl4pPr marL="1371600" indent="0">
              <a:buNone/>
              <a:defRPr sz="2400" b="1">
                <a:solidFill>
                  <a:schemeClr val="bg1"/>
                </a:solidFill>
              </a:defRPr>
            </a:lvl4pPr>
            <a:lvl5pPr marL="1828800" indent="0">
              <a:buNone/>
              <a:defRPr sz="2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E645658D-2E9B-D740-89DB-105F19379B4D}"/>
              </a:ext>
            </a:extLst>
          </p:cNvPr>
          <p:cNvSpPr>
            <a:spLocks noGrp="1"/>
          </p:cNvSpPr>
          <p:nvPr userDrawn="1">
            <p:ph type="body" sz="quarter" idx="15"/>
          </p:nvPr>
        </p:nvSpPr>
        <p:spPr>
          <a:xfrm>
            <a:off x="4596383" y="3205845"/>
            <a:ext cx="2999232" cy="137160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1pPr>
            <a:lvl2pPr marL="457200" indent="0">
              <a:buNone/>
              <a:defRPr sz="2400" b="1">
                <a:solidFill>
                  <a:schemeClr val="bg1"/>
                </a:solidFill>
              </a:defRPr>
            </a:lvl2pPr>
            <a:lvl3pPr marL="914400" indent="0">
              <a:buNone/>
              <a:defRPr sz="2400" b="1">
                <a:solidFill>
                  <a:schemeClr val="bg1"/>
                </a:solidFill>
              </a:defRPr>
            </a:lvl3pPr>
            <a:lvl4pPr marL="1371600" indent="0">
              <a:buNone/>
              <a:defRPr sz="2400" b="1">
                <a:solidFill>
                  <a:schemeClr val="bg1"/>
                </a:solidFill>
              </a:defRPr>
            </a:lvl4pPr>
            <a:lvl5pPr marL="1828800" indent="0">
              <a:buNone/>
              <a:defRPr sz="2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92D43D8D-FD99-9F4C-86A3-089108F2066E}"/>
              </a:ext>
            </a:extLst>
          </p:cNvPr>
          <p:cNvSpPr>
            <a:spLocks noGrp="1"/>
          </p:cNvSpPr>
          <p:nvPr userDrawn="1">
            <p:ph type="body" sz="quarter" idx="16"/>
          </p:nvPr>
        </p:nvSpPr>
        <p:spPr>
          <a:xfrm>
            <a:off x="8506968" y="3205845"/>
            <a:ext cx="2999232" cy="137160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1pPr>
            <a:lvl2pPr marL="457200" indent="0">
              <a:buNone/>
              <a:defRPr sz="2400" b="1">
                <a:solidFill>
                  <a:schemeClr val="bg1"/>
                </a:solidFill>
              </a:defRPr>
            </a:lvl2pPr>
            <a:lvl3pPr marL="914400" indent="0">
              <a:buNone/>
              <a:defRPr sz="2400" b="1">
                <a:solidFill>
                  <a:schemeClr val="bg1"/>
                </a:solidFill>
              </a:defRPr>
            </a:lvl3pPr>
            <a:lvl4pPr marL="1371600" indent="0">
              <a:buNone/>
              <a:defRPr sz="2400" b="1">
                <a:solidFill>
                  <a:schemeClr val="bg1"/>
                </a:solidFill>
              </a:defRPr>
            </a:lvl4pPr>
            <a:lvl5pPr marL="1828800" indent="0">
              <a:buNone/>
              <a:defRPr sz="2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6294A0CA-E66F-664D-BD12-F64B9AD93DA0}"/>
              </a:ext>
            </a:extLst>
          </p:cNvPr>
          <p:cNvSpPr>
            <a:spLocks noGrp="1"/>
          </p:cNvSpPr>
          <p:nvPr userDrawn="1">
            <p:ph type="body" sz="quarter" idx="17"/>
          </p:nvPr>
        </p:nvSpPr>
        <p:spPr>
          <a:xfrm>
            <a:off x="685799" y="5036771"/>
            <a:ext cx="10820401" cy="685800"/>
          </a:xfrm>
          <a:prstGeom prst="roundRect">
            <a:avLst/>
          </a:prstGeom>
          <a:solidFill>
            <a:schemeClr val="accent3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2800" b="1" spc="-100" baseline="0">
                <a:solidFill>
                  <a:srgbClr val="000000"/>
                </a:solidFill>
              </a:defRPr>
            </a:lvl1pPr>
            <a:lvl2pPr marL="457200" indent="0">
              <a:buNone/>
              <a:defRPr sz="2400" b="1">
                <a:solidFill>
                  <a:schemeClr val="bg1"/>
                </a:solidFill>
              </a:defRPr>
            </a:lvl2pPr>
            <a:lvl3pPr marL="914400" indent="0">
              <a:buNone/>
              <a:defRPr sz="2400" b="1">
                <a:solidFill>
                  <a:schemeClr val="bg1"/>
                </a:solidFill>
              </a:defRPr>
            </a:lvl3pPr>
            <a:lvl4pPr marL="1371600" indent="0">
              <a:buNone/>
              <a:defRPr sz="2400" b="1">
                <a:solidFill>
                  <a:schemeClr val="bg1"/>
                </a:solidFill>
              </a:defRPr>
            </a:lvl4pPr>
            <a:lvl5pPr marL="1828800" indent="0">
              <a:buNone/>
              <a:defRPr sz="2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DFF79AD3-507F-F6D6-264A-FE0DF3CCB10C}"/>
              </a:ext>
            </a:extLst>
          </p:cNvPr>
          <p:cNvSpPr txBox="1">
            <a:spLocks/>
          </p:cNvSpPr>
          <p:nvPr userDrawn="1"/>
        </p:nvSpPr>
        <p:spPr>
          <a:xfrm>
            <a:off x="287769" y="6292415"/>
            <a:ext cx="338861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404250C-081D-1E49-AC43-BC6715A416E0}" type="slidenum">
              <a:rPr lang="en-US" sz="600" b="1" smtClean="0">
                <a:solidFill>
                  <a:schemeClr val="tx1">
                    <a:alpha val="50000"/>
                  </a:schemeClr>
                </a:solidFill>
              </a:rPr>
              <a:pPr algn="ctr"/>
              <a:t>‹#›</a:t>
            </a:fld>
            <a:endParaRPr lang="en-US" sz="600" b="1">
              <a:solidFill>
                <a:schemeClr val="tx1">
                  <a:alpha val="50000"/>
                </a:schemeClr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8E1DAE40-3FF6-B9C8-0520-8ED07324B75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3" r="23"/>
          <a:stretch/>
        </p:blipFill>
        <p:spPr>
          <a:xfrm>
            <a:off x="11204049" y="6363085"/>
            <a:ext cx="597951" cy="203650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3EEF83E1-67CB-7D54-0EC9-B39343312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211C9B1D-CBF7-0EB8-8040-2EDC261AB7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85800" y="6292415"/>
            <a:ext cx="4375150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23375817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016">
          <p15:clr>
            <a:srgbClr val="FBAE40"/>
          </p15:clr>
        </p15:guide>
        <p15:guide id="2" pos="2328">
          <p15:clr>
            <a:srgbClr val="5ACBF0"/>
          </p15:clr>
        </p15:guide>
        <p15:guide id="3" pos="2904">
          <p15:clr>
            <a:srgbClr val="5ACBF0"/>
          </p15:clr>
        </p15:guide>
        <p15:guide id="4" pos="4800">
          <p15:clr>
            <a:srgbClr val="5ACBF0"/>
          </p15:clr>
        </p15:guide>
        <p15:guide id="5" pos="5352">
          <p15:clr>
            <a:srgbClr val="5ACBF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: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ontent Placeholder 3">
            <a:extLst>
              <a:ext uri="{FF2B5EF4-FFF2-40B4-BE49-F238E27FC236}">
                <a16:creationId xmlns:a16="http://schemas.microsoft.com/office/drawing/2014/main" id="{428C6E18-9434-134F-BE4D-4A2E72CCEB2C}"/>
              </a:ext>
            </a:extLst>
          </p:cNvPr>
          <p:cNvSpPr>
            <a:spLocks noGrp="1"/>
          </p:cNvSpPr>
          <p:nvPr userDrawn="1">
            <p:ph sz="quarter" idx="11"/>
          </p:nvPr>
        </p:nvSpPr>
        <p:spPr>
          <a:xfrm>
            <a:off x="685800" y="3425266"/>
            <a:ext cx="2999232" cy="2741555"/>
          </a:xfrm>
        </p:spPr>
        <p:txBody>
          <a:bodyPr lIns="0" tIns="0" rIns="0" bIns="0"/>
          <a:lstStyle>
            <a:lvl1pPr marL="0" indent="0">
              <a:lnSpc>
                <a:spcPct val="120000"/>
              </a:lnSpc>
              <a:spcBef>
                <a:spcPts val="600"/>
              </a:spcBef>
              <a:buFontTx/>
              <a:buNone/>
              <a:defRPr sz="1600"/>
            </a:lvl1pPr>
            <a:lvl2pPr>
              <a:lnSpc>
                <a:spcPct val="100000"/>
              </a:lnSpc>
              <a:spcBef>
                <a:spcPts val="2000"/>
              </a:spcBef>
              <a:defRPr>
                <a:solidFill>
                  <a:schemeClr val="tx2"/>
                </a:solidFill>
              </a:defRPr>
            </a:lvl2pPr>
            <a:lvl3pPr>
              <a:lnSpc>
                <a:spcPct val="100000"/>
              </a:lnSpc>
              <a:spcBef>
                <a:spcPts val="2000"/>
              </a:spcBef>
              <a:defRPr/>
            </a:lvl3pPr>
            <a:lvl4pPr>
              <a:lnSpc>
                <a:spcPct val="100000"/>
              </a:lnSpc>
              <a:spcBef>
                <a:spcPts val="2000"/>
              </a:spcBef>
              <a:defRPr/>
            </a:lvl4pPr>
            <a:lvl5pPr>
              <a:lnSpc>
                <a:spcPct val="100000"/>
              </a:lnSpc>
              <a:spcBef>
                <a:spcPts val="20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Content Placeholder 3">
            <a:extLst>
              <a:ext uri="{FF2B5EF4-FFF2-40B4-BE49-F238E27FC236}">
                <a16:creationId xmlns:a16="http://schemas.microsoft.com/office/drawing/2014/main" id="{9631DAFC-2B87-7840-8489-27FA39F139D8}"/>
              </a:ext>
            </a:extLst>
          </p:cNvPr>
          <p:cNvSpPr>
            <a:spLocks noGrp="1"/>
          </p:cNvSpPr>
          <p:nvPr userDrawn="1">
            <p:ph sz="quarter" idx="13"/>
          </p:nvPr>
        </p:nvSpPr>
        <p:spPr>
          <a:xfrm>
            <a:off x="4596384" y="3427245"/>
            <a:ext cx="2999232" cy="2744953"/>
          </a:xfrm>
        </p:spPr>
        <p:txBody>
          <a:bodyPr lIns="0" tIns="0" rIns="0" bIns="0"/>
          <a:lstStyle>
            <a:lvl1pPr marL="0" indent="0">
              <a:lnSpc>
                <a:spcPct val="120000"/>
              </a:lnSpc>
              <a:spcBef>
                <a:spcPts val="600"/>
              </a:spcBef>
              <a:buNone/>
              <a:defRPr sz="1600"/>
            </a:lvl1pPr>
            <a:lvl2pPr>
              <a:lnSpc>
                <a:spcPct val="100000"/>
              </a:lnSpc>
              <a:spcBef>
                <a:spcPts val="2000"/>
              </a:spcBef>
              <a:defRPr>
                <a:solidFill>
                  <a:schemeClr val="tx2"/>
                </a:solidFill>
              </a:defRPr>
            </a:lvl2pPr>
            <a:lvl3pPr>
              <a:lnSpc>
                <a:spcPct val="100000"/>
              </a:lnSpc>
              <a:spcBef>
                <a:spcPts val="2000"/>
              </a:spcBef>
              <a:defRPr/>
            </a:lvl3pPr>
            <a:lvl4pPr>
              <a:lnSpc>
                <a:spcPct val="100000"/>
              </a:lnSpc>
              <a:spcBef>
                <a:spcPts val="2000"/>
              </a:spcBef>
              <a:defRPr/>
            </a:lvl4pPr>
            <a:lvl5pPr>
              <a:lnSpc>
                <a:spcPct val="100000"/>
              </a:lnSpc>
              <a:spcBef>
                <a:spcPts val="20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Content Placeholder 3">
            <a:extLst>
              <a:ext uri="{FF2B5EF4-FFF2-40B4-BE49-F238E27FC236}">
                <a16:creationId xmlns:a16="http://schemas.microsoft.com/office/drawing/2014/main" id="{B863FFAC-D452-C54E-8977-16F82A760F6E}"/>
              </a:ext>
            </a:extLst>
          </p:cNvPr>
          <p:cNvSpPr>
            <a:spLocks noGrp="1"/>
          </p:cNvSpPr>
          <p:nvPr userDrawn="1">
            <p:ph sz="quarter" idx="14"/>
          </p:nvPr>
        </p:nvSpPr>
        <p:spPr>
          <a:xfrm>
            <a:off x="8506968" y="3427246"/>
            <a:ext cx="2999232" cy="2744954"/>
          </a:xfrm>
        </p:spPr>
        <p:txBody>
          <a:bodyPr lIns="0" tIns="0" rIns="0" bIns="0"/>
          <a:lstStyle>
            <a:lvl1pPr marL="0" indent="0">
              <a:lnSpc>
                <a:spcPct val="120000"/>
              </a:lnSpc>
              <a:spcBef>
                <a:spcPts val="600"/>
              </a:spcBef>
              <a:buNone/>
              <a:defRPr sz="1600"/>
            </a:lvl1pPr>
            <a:lvl2pPr marL="457200" indent="0">
              <a:lnSpc>
                <a:spcPct val="100000"/>
              </a:lnSpc>
              <a:spcBef>
                <a:spcPts val="2000"/>
              </a:spcBef>
              <a:buNone/>
              <a:defRPr>
                <a:solidFill>
                  <a:schemeClr val="tx2"/>
                </a:solidFill>
              </a:defRPr>
            </a:lvl2pPr>
            <a:lvl3pPr>
              <a:lnSpc>
                <a:spcPct val="100000"/>
              </a:lnSpc>
              <a:spcBef>
                <a:spcPts val="2000"/>
              </a:spcBef>
              <a:defRPr/>
            </a:lvl3pPr>
            <a:lvl4pPr>
              <a:lnSpc>
                <a:spcPct val="100000"/>
              </a:lnSpc>
              <a:spcBef>
                <a:spcPts val="2000"/>
              </a:spcBef>
              <a:defRPr/>
            </a:lvl4pPr>
            <a:lvl5pPr>
              <a:lnSpc>
                <a:spcPct val="100000"/>
              </a:lnSpc>
              <a:spcBef>
                <a:spcPts val="20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F7B2189-F255-4C1C-8E1A-3C6BC62622A3}"/>
              </a:ext>
            </a:extLst>
          </p:cNvPr>
          <p:cNvSpPr txBox="1">
            <a:spLocks/>
          </p:cNvSpPr>
          <p:nvPr userDrawn="1"/>
        </p:nvSpPr>
        <p:spPr>
          <a:xfrm>
            <a:off x="287769" y="6292415"/>
            <a:ext cx="338861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404250C-081D-1E49-AC43-BC6715A416E0}" type="slidenum">
              <a:rPr lang="en-US" sz="600" b="1" smtClean="0">
                <a:solidFill>
                  <a:schemeClr val="tx1">
                    <a:alpha val="50000"/>
                  </a:schemeClr>
                </a:solidFill>
              </a:rPr>
              <a:pPr algn="ctr"/>
              <a:t>‹#›</a:t>
            </a:fld>
            <a:endParaRPr lang="en-US" sz="600" b="1">
              <a:solidFill>
                <a:schemeClr val="tx1">
                  <a:alpha val="50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C718C9-2111-4A56-4FED-E8EAC029D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E9D543E9-4728-B420-6A9F-3C9EEE13CF3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292415"/>
            <a:ext cx="4375150" cy="274320"/>
          </a:xfrm>
        </p:spPr>
        <p:txBody>
          <a:bodyPr/>
          <a:lstStyle/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20948944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5ACBF0"/>
          </p15:clr>
        </p15:guide>
        <p15:guide id="2" pos="2328">
          <p15:clr>
            <a:srgbClr val="5ACBF0"/>
          </p15:clr>
        </p15:guide>
        <p15:guide id="3" pos="2904">
          <p15:clr>
            <a:srgbClr val="5ACBF0"/>
          </p15:clr>
        </p15:guide>
        <p15:guide id="4" pos="4800">
          <p15:clr>
            <a:srgbClr val="5ACBF0"/>
          </p15:clr>
        </p15:guide>
        <p15:guide id="5" pos="5352">
          <p15:clr>
            <a:srgbClr val="5ACBF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umn: Icons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2D7DDCD-553E-1A26-EE46-20504332A33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238250"/>
          </a:xfrm>
          <a:prstGeom prst="rect">
            <a:avLst/>
          </a:prstGeom>
        </p:spPr>
      </p:pic>
      <p:sp>
        <p:nvSpPr>
          <p:cNvPr id="32" name="Content Placeholder 3">
            <a:extLst>
              <a:ext uri="{FF2B5EF4-FFF2-40B4-BE49-F238E27FC236}">
                <a16:creationId xmlns:a16="http://schemas.microsoft.com/office/drawing/2014/main" id="{428C6E18-9434-134F-BE4D-4A2E72CCEB2C}"/>
              </a:ext>
            </a:extLst>
          </p:cNvPr>
          <p:cNvSpPr>
            <a:spLocks noGrp="1"/>
          </p:cNvSpPr>
          <p:nvPr userDrawn="1">
            <p:ph sz="quarter" idx="11"/>
          </p:nvPr>
        </p:nvSpPr>
        <p:spPr>
          <a:xfrm>
            <a:off x="685800" y="3426503"/>
            <a:ext cx="2999232" cy="2740188"/>
          </a:xfrm>
        </p:spPr>
        <p:txBody>
          <a:bodyPr lIns="0" tIns="0" rIns="0" bIns="0"/>
          <a:lstStyle>
            <a:lvl1pPr marL="0" indent="0">
              <a:lnSpc>
                <a:spcPct val="120000"/>
              </a:lnSpc>
              <a:spcBef>
                <a:spcPts val="600"/>
              </a:spcBef>
              <a:buFontTx/>
              <a:buNone/>
              <a:defRPr sz="1600"/>
            </a:lvl1pPr>
            <a:lvl2pPr>
              <a:lnSpc>
                <a:spcPct val="100000"/>
              </a:lnSpc>
              <a:spcBef>
                <a:spcPts val="2000"/>
              </a:spcBef>
              <a:defRPr>
                <a:solidFill>
                  <a:schemeClr val="tx2"/>
                </a:solidFill>
              </a:defRPr>
            </a:lvl2pPr>
            <a:lvl3pPr>
              <a:lnSpc>
                <a:spcPct val="100000"/>
              </a:lnSpc>
              <a:spcBef>
                <a:spcPts val="2000"/>
              </a:spcBef>
              <a:defRPr/>
            </a:lvl3pPr>
            <a:lvl4pPr>
              <a:lnSpc>
                <a:spcPct val="100000"/>
              </a:lnSpc>
              <a:spcBef>
                <a:spcPts val="2000"/>
              </a:spcBef>
              <a:defRPr/>
            </a:lvl4pPr>
            <a:lvl5pPr>
              <a:lnSpc>
                <a:spcPct val="100000"/>
              </a:lnSpc>
              <a:spcBef>
                <a:spcPts val="20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Content Placeholder 3">
            <a:extLst>
              <a:ext uri="{FF2B5EF4-FFF2-40B4-BE49-F238E27FC236}">
                <a16:creationId xmlns:a16="http://schemas.microsoft.com/office/drawing/2014/main" id="{9631DAFC-2B87-7840-8489-27FA39F139D8}"/>
              </a:ext>
            </a:extLst>
          </p:cNvPr>
          <p:cNvSpPr>
            <a:spLocks noGrp="1"/>
          </p:cNvSpPr>
          <p:nvPr userDrawn="1">
            <p:ph sz="quarter" idx="13"/>
          </p:nvPr>
        </p:nvSpPr>
        <p:spPr>
          <a:xfrm>
            <a:off x="4596384" y="3427245"/>
            <a:ext cx="2999232" cy="2744954"/>
          </a:xfrm>
        </p:spPr>
        <p:txBody>
          <a:bodyPr lIns="0" tIns="0" rIns="0" bIns="0"/>
          <a:lstStyle>
            <a:lvl1pPr marL="0" indent="0">
              <a:lnSpc>
                <a:spcPct val="120000"/>
              </a:lnSpc>
              <a:spcBef>
                <a:spcPts val="600"/>
              </a:spcBef>
              <a:buNone/>
              <a:defRPr sz="1600"/>
            </a:lvl1pPr>
            <a:lvl2pPr>
              <a:lnSpc>
                <a:spcPct val="100000"/>
              </a:lnSpc>
              <a:spcBef>
                <a:spcPts val="2000"/>
              </a:spcBef>
              <a:defRPr>
                <a:solidFill>
                  <a:schemeClr val="tx2"/>
                </a:solidFill>
              </a:defRPr>
            </a:lvl2pPr>
            <a:lvl3pPr>
              <a:lnSpc>
                <a:spcPct val="100000"/>
              </a:lnSpc>
              <a:spcBef>
                <a:spcPts val="2000"/>
              </a:spcBef>
              <a:defRPr/>
            </a:lvl3pPr>
            <a:lvl4pPr>
              <a:lnSpc>
                <a:spcPct val="100000"/>
              </a:lnSpc>
              <a:spcBef>
                <a:spcPts val="2000"/>
              </a:spcBef>
              <a:defRPr/>
            </a:lvl4pPr>
            <a:lvl5pPr>
              <a:lnSpc>
                <a:spcPct val="100000"/>
              </a:lnSpc>
              <a:spcBef>
                <a:spcPts val="20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Content Placeholder 3">
            <a:extLst>
              <a:ext uri="{FF2B5EF4-FFF2-40B4-BE49-F238E27FC236}">
                <a16:creationId xmlns:a16="http://schemas.microsoft.com/office/drawing/2014/main" id="{B863FFAC-D452-C54E-8977-16F82A760F6E}"/>
              </a:ext>
            </a:extLst>
          </p:cNvPr>
          <p:cNvSpPr>
            <a:spLocks noGrp="1"/>
          </p:cNvSpPr>
          <p:nvPr userDrawn="1">
            <p:ph sz="quarter" idx="14"/>
          </p:nvPr>
        </p:nvSpPr>
        <p:spPr>
          <a:xfrm>
            <a:off x="8506968" y="3427246"/>
            <a:ext cx="2999232" cy="2744954"/>
          </a:xfrm>
        </p:spPr>
        <p:txBody>
          <a:bodyPr lIns="0" tIns="0" rIns="0" bIns="0"/>
          <a:lstStyle>
            <a:lvl1pPr marL="0" indent="0">
              <a:lnSpc>
                <a:spcPct val="120000"/>
              </a:lnSpc>
              <a:spcBef>
                <a:spcPts val="600"/>
              </a:spcBef>
              <a:buNone/>
              <a:defRPr sz="1600"/>
            </a:lvl1pPr>
            <a:lvl2pPr marL="457200" indent="0">
              <a:lnSpc>
                <a:spcPct val="100000"/>
              </a:lnSpc>
              <a:spcBef>
                <a:spcPts val="2000"/>
              </a:spcBef>
              <a:buNone/>
              <a:defRPr>
                <a:solidFill>
                  <a:schemeClr val="tx2"/>
                </a:solidFill>
              </a:defRPr>
            </a:lvl2pPr>
            <a:lvl3pPr>
              <a:lnSpc>
                <a:spcPct val="100000"/>
              </a:lnSpc>
              <a:spcBef>
                <a:spcPts val="2000"/>
              </a:spcBef>
              <a:defRPr/>
            </a:lvl3pPr>
            <a:lvl4pPr>
              <a:lnSpc>
                <a:spcPct val="100000"/>
              </a:lnSpc>
              <a:spcBef>
                <a:spcPts val="2000"/>
              </a:spcBef>
              <a:defRPr/>
            </a:lvl4pPr>
            <a:lvl5pPr>
              <a:lnSpc>
                <a:spcPct val="100000"/>
              </a:lnSpc>
              <a:spcBef>
                <a:spcPts val="20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8F9233-21AE-803E-59D5-672F68BCBD1D}"/>
              </a:ext>
            </a:extLst>
          </p:cNvPr>
          <p:cNvSpPr txBox="1">
            <a:spLocks/>
          </p:cNvSpPr>
          <p:nvPr userDrawn="1"/>
        </p:nvSpPr>
        <p:spPr>
          <a:xfrm>
            <a:off x="287769" y="6292415"/>
            <a:ext cx="338861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404250C-081D-1E49-AC43-BC6715A416E0}" type="slidenum">
              <a:rPr lang="en-US" sz="600" b="1" smtClean="0">
                <a:solidFill>
                  <a:schemeClr val="tx1">
                    <a:alpha val="50000"/>
                  </a:schemeClr>
                </a:solidFill>
              </a:rPr>
              <a:pPr algn="ctr"/>
              <a:t>‹#›</a:t>
            </a:fld>
            <a:endParaRPr lang="en-US" sz="600" b="1">
              <a:solidFill>
                <a:schemeClr val="tx1">
                  <a:alpha val="50000"/>
                </a:schemeClr>
              </a:solidFill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B28092C-E943-BAC7-F297-1104EE2DC7D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3" r="23"/>
          <a:stretch/>
        </p:blipFill>
        <p:spPr>
          <a:xfrm>
            <a:off x="11204049" y="6363085"/>
            <a:ext cx="597951" cy="203650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27D7F3AC-BB63-1AFC-26CC-6A4A822A0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AEEF6DB-364D-8CF4-2FD8-B2D4E3D424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85800" y="6292415"/>
            <a:ext cx="4375150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42873923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5ACBF0"/>
          </p15:clr>
        </p15:guide>
        <p15:guide id="2" pos="2904">
          <p15:clr>
            <a:srgbClr val="5ACBF0"/>
          </p15:clr>
        </p15:guide>
        <p15:guide id="3" pos="2328">
          <p15:clr>
            <a:srgbClr val="5ACBF0"/>
          </p15:clr>
        </p15:guide>
        <p15:guide id="4" pos="4800">
          <p15:clr>
            <a:srgbClr val="5ACBF0"/>
          </p15:clr>
        </p15:guide>
        <p15:guide id="5" pos="5352">
          <p15:clr>
            <a:srgbClr val="5ACBF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 Column: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Triangle 8">
            <a:extLst>
              <a:ext uri="{FF2B5EF4-FFF2-40B4-BE49-F238E27FC236}">
                <a16:creationId xmlns:a16="http://schemas.microsoft.com/office/drawing/2014/main" id="{0369DB14-1244-C991-FA8A-EE9FBF6AF573}"/>
              </a:ext>
            </a:extLst>
          </p:cNvPr>
          <p:cNvSpPr/>
          <p:nvPr userDrawn="1"/>
        </p:nvSpPr>
        <p:spPr>
          <a:xfrm flipH="1">
            <a:off x="9049742" y="1233182"/>
            <a:ext cx="3142258" cy="5624818"/>
          </a:xfrm>
          <a:prstGeom prst="rtTriangle">
            <a:avLst/>
          </a:prstGeom>
          <a:gradFill>
            <a:gsLst>
              <a:gs pos="0">
                <a:schemeClr val="accent4">
                  <a:alpha val="75000"/>
                </a:schemeClr>
              </a:gs>
              <a:gs pos="100000">
                <a:srgbClr val="FF001F">
                  <a:alpha val="75000"/>
                </a:srgbClr>
              </a:gs>
            </a:gsLst>
            <a:lin ang="5400000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  <a:latin typeface="+mn-lt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21DD74A-C3BC-2F2E-FD81-FB2A7082709A}"/>
              </a:ext>
            </a:extLst>
          </p:cNvPr>
          <p:cNvSpPr/>
          <p:nvPr userDrawn="1"/>
        </p:nvSpPr>
        <p:spPr>
          <a:xfrm>
            <a:off x="8995002" y="1885950"/>
            <a:ext cx="2533650" cy="4286250"/>
          </a:xfrm>
          <a:prstGeom prst="roundRect">
            <a:avLst>
              <a:gd name="adj" fmla="val 8071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274320" tIns="45720" rIns="274320" rtlCol="0" anchor="ctr"/>
          <a:lstStyle/>
          <a:p>
            <a:pPr marL="11113" marR="0" lvl="1" indent="0" defTabSz="91440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9143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4381B7D2-3540-EC42-9D5E-FE793D03581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3429000"/>
            <a:ext cx="2089684" cy="2518664"/>
          </a:xfrm>
        </p:spPr>
        <p:txBody>
          <a:bodyPr lIns="0" tIns="0" rIns="0" bIns="0"/>
          <a:lstStyle>
            <a:lvl1pPr marL="0" indent="0" algn="l">
              <a:lnSpc>
                <a:spcPct val="120000"/>
              </a:lnSpc>
              <a:spcBef>
                <a:spcPts val="600"/>
              </a:spcBef>
              <a:buFontTx/>
              <a:buNone/>
              <a:defRPr sz="1600"/>
            </a:lvl1pPr>
            <a:lvl2pPr>
              <a:lnSpc>
                <a:spcPct val="100000"/>
              </a:lnSpc>
              <a:spcBef>
                <a:spcPts val="2000"/>
              </a:spcBef>
              <a:defRPr>
                <a:solidFill>
                  <a:schemeClr val="tx2"/>
                </a:solidFill>
              </a:defRPr>
            </a:lvl2pPr>
            <a:lvl3pPr>
              <a:lnSpc>
                <a:spcPct val="100000"/>
              </a:lnSpc>
              <a:spcBef>
                <a:spcPts val="2000"/>
              </a:spcBef>
              <a:defRPr/>
            </a:lvl3pPr>
            <a:lvl4pPr>
              <a:lnSpc>
                <a:spcPct val="100000"/>
              </a:lnSpc>
              <a:spcBef>
                <a:spcPts val="2000"/>
              </a:spcBef>
              <a:defRPr/>
            </a:lvl4pPr>
            <a:lvl5pPr>
              <a:lnSpc>
                <a:spcPct val="100000"/>
              </a:lnSpc>
              <a:spcBef>
                <a:spcPts val="20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Content Placeholder 3">
            <a:extLst>
              <a:ext uri="{FF2B5EF4-FFF2-40B4-BE49-F238E27FC236}">
                <a16:creationId xmlns:a16="http://schemas.microsoft.com/office/drawing/2014/main" id="{D9DC29D3-85DD-9F4A-998B-23A3CC0C8CA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667947" y="3429000"/>
            <a:ext cx="2093976" cy="2518664"/>
          </a:xfrm>
        </p:spPr>
        <p:txBody>
          <a:bodyPr lIns="0" tIns="0" rIns="0" bIns="0"/>
          <a:lstStyle>
            <a:lvl1pPr marL="0" indent="0" algn="l">
              <a:lnSpc>
                <a:spcPct val="120000"/>
              </a:lnSpc>
              <a:spcBef>
                <a:spcPts val="600"/>
              </a:spcBef>
              <a:buFontTx/>
              <a:buNone/>
              <a:defRPr sz="1600"/>
            </a:lvl1pPr>
            <a:lvl2pPr>
              <a:lnSpc>
                <a:spcPct val="100000"/>
              </a:lnSpc>
              <a:spcBef>
                <a:spcPts val="2000"/>
              </a:spcBef>
              <a:defRPr>
                <a:solidFill>
                  <a:schemeClr val="tx2"/>
                </a:solidFill>
              </a:defRPr>
            </a:lvl2pPr>
            <a:lvl3pPr>
              <a:lnSpc>
                <a:spcPct val="100000"/>
              </a:lnSpc>
              <a:spcBef>
                <a:spcPts val="2000"/>
              </a:spcBef>
              <a:defRPr/>
            </a:lvl3pPr>
            <a:lvl4pPr>
              <a:lnSpc>
                <a:spcPct val="100000"/>
              </a:lnSpc>
              <a:spcBef>
                <a:spcPts val="2000"/>
              </a:spcBef>
              <a:defRPr/>
            </a:lvl4pPr>
            <a:lvl5pPr>
              <a:lnSpc>
                <a:spcPct val="100000"/>
              </a:lnSpc>
              <a:spcBef>
                <a:spcPts val="20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Content Placeholder 3">
            <a:extLst>
              <a:ext uri="{FF2B5EF4-FFF2-40B4-BE49-F238E27FC236}">
                <a16:creationId xmlns:a16="http://schemas.microsoft.com/office/drawing/2014/main" id="{A7C75328-BBA7-6048-88F4-AC342270755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25786" y="3429000"/>
            <a:ext cx="2093976" cy="2518664"/>
          </a:xfrm>
        </p:spPr>
        <p:txBody>
          <a:bodyPr lIns="0" tIns="0" rIns="0" bIns="0"/>
          <a:lstStyle>
            <a:lvl1pPr marL="0" indent="0" algn="l">
              <a:lnSpc>
                <a:spcPct val="120000"/>
              </a:lnSpc>
              <a:spcBef>
                <a:spcPts val="600"/>
              </a:spcBef>
              <a:buFontTx/>
              <a:buNone/>
              <a:defRPr sz="1600"/>
            </a:lvl1pPr>
            <a:lvl2pPr>
              <a:lnSpc>
                <a:spcPct val="100000"/>
              </a:lnSpc>
              <a:spcBef>
                <a:spcPts val="2000"/>
              </a:spcBef>
              <a:defRPr>
                <a:solidFill>
                  <a:schemeClr val="tx2"/>
                </a:solidFill>
              </a:defRPr>
            </a:lvl2pPr>
            <a:lvl3pPr>
              <a:lnSpc>
                <a:spcPct val="100000"/>
              </a:lnSpc>
              <a:spcBef>
                <a:spcPts val="2000"/>
              </a:spcBef>
              <a:defRPr/>
            </a:lvl3pPr>
            <a:lvl4pPr>
              <a:lnSpc>
                <a:spcPct val="100000"/>
              </a:lnSpc>
              <a:spcBef>
                <a:spcPts val="2000"/>
              </a:spcBef>
              <a:defRPr/>
            </a:lvl4pPr>
            <a:lvl5pPr>
              <a:lnSpc>
                <a:spcPct val="100000"/>
              </a:lnSpc>
              <a:spcBef>
                <a:spcPts val="20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Content Placeholder 3">
            <a:extLst>
              <a:ext uri="{FF2B5EF4-FFF2-40B4-BE49-F238E27FC236}">
                <a16:creationId xmlns:a16="http://schemas.microsoft.com/office/drawing/2014/main" id="{E3785295-872A-C44F-ABB8-BBEACDD9550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9183624" y="3429000"/>
            <a:ext cx="2093976" cy="2518664"/>
          </a:xfrm>
        </p:spPr>
        <p:txBody>
          <a:bodyPr lIns="0" tIns="0" rIns="0" bIns="0"/>
          <a:lstStyle>
            <a:lvl1pPr marL="0" indent="0" algn="l">
              <a:lnSpc>
                <a:spcPct val="120000"/>
              </a:lnSpc>
              <a:spcBef>
                <a:spcPts val="600"/>
              </a:spcBef>
              <a:buFontTx/>
              <a:buNone/>
              <a:defRPr sz="1600"/>
            </a:lvl1pPr>
            <a:lvl2pPr>
              <a:lnSpc>
                <a:spcPct val="100000"/>
              </a:lnSpc>
              <a:spcBef>
                <a:spcPts val="2000"/>
              </a:spcBef>
              <a:defRPr>
                <a:solidFill>
                  <a:schemeClr val="tx2"/>
                </a:solidFill>
              </a:defRPr>
            </a:lvl2pPr>
            <a:lvl3pPr>
              <a:lnSpc>
                <a:spcPct val="100000"/>
              </a:lnSpc>
              <a:spcBef>
                <a:spcPts val="2000"/>
              </a:spcBef>
              <a:defRPr/>
            </a:lvl3pPr>
            <a:lvl4pPr>
              <a:lnSpc>
                <a:spcPct val="100000"/>
              </a:lnSpc>
              <a:spcBef>
                <a:spcPts val="2000"/>
              </a:spcBef>
              <a:defRPr/>
            </a:lvl4pPr>
            <a:lvl5pPr>
              <a:lnSpc>
                <a:spcPct val="100000"/>
              </a:lnSpc>
              <a:spcBef>
                <a:spcPts val="20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AC8B71-5636-C81A-E1BA-6AE8AC2F8D69}"/>
              </a:ext>
            </a:extLst>
          </p:cNvPr>
          <p:cNvSpPr txBox="1">
            <a:spLocks/>
          </p:cNvSpPr>
          <p:nvPr userDrawn="1"/>
        </p:nvSpPr>
        <p:spPr>
          <a:xfrm>
            <a:off x="287769" y="6292415"/>
            <a:ext cx="338861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404250C-081D-1E49-AC43-BC6715A416E0}" type="slidenum">
              <a:rPr lang="en-US" sz="600" b="1" smtClean="0">
                <a:solidFill>
                  <a:schemeClr val="tx1">
                    <a:alpha val="50000"/>
                  </a:schemeClr>
                </a:solidFill>
              </a:rPr>
              <a:pPr algn="ctr"/>
              <a:t>‹#›</a:t>
            </a:fld>
            <a:endParaRPr lang="en-US" sz="600" b="1">
              <a:solidFill>
                <a:schemeClr val="tx1">
                  <a:alpha val="50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EEBECC-118C-64F5-68E1-845410326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CD2DD55-1365-7377-2445-0BF6A1A0E32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4" r="24"/>
          <a:stretch/>
        </p:blipFill>
        <p:spPr>
          <a:xfrm>
            <a:off x="11204049" y="6363085"/>
            <a:ext cx="597935" cy="20365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B4E777-9144-7294-E2C6-5D51CB43635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292415"/>
            <a:ext cx="4375150" cy="274320"/>
          </a:xfrm>
        </p:spPr>
        <p:txBody>
          <a:bodyPr/>
          <a:lstStyle/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21645592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5ACBF0"/>
          </p15:clr>
        </p15:guide>
        <p15:guide id="2" orient="horz" pos="3744">
          <p15:clr>
            <a:srgbClr val="5ACBF0"/>
          </p15:clr>
        </p15:guide>
        <p15:guide id="3" orient="horz" pos="2016">
          <p15:clr>
            <a:srgbClr val="5ACBF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 Column: Icons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3">
            <a:extLst>
              <a:ext uri="{FF2B5EF4-FFF2-40B4-BE49-F238E27FC236}">
                <a16:creationId xmlns:a16="http://schemas.microsoft.com/office/drawing/2014/main" id="{D7B45F65-9B20-E2C2-85C5-7CB57DC82DA8}"/>
              </a:ext>
            </a:extLst>
          </p:cNvPr>
          <p:cNvSpPr/>
          <p:nvPr userDrawn="1"/>
        </p:nvSpPr>
        <p:spPr>
          <a:xfrm flipH="1">
            <a:off x="9049742" y="1233182"/>
            <a:ext cx="3142258" cy="5624818"/>
          </a:xfrm>
          <a:prstGeom prst="rtTriangle">
            <a:avLst/>
          </a:prstGeom>
          <a:gradFill>
            <a:gsLst>
              <a:gs pos="100000">
                <a:schemeClr val="accent2">
                  <a:alpha val="50000"/>
                </a:schemeClr>
              </a:gs>
              <a:gs pos="50000">
                <a:schemeClr val="accent2">
                  <a:alpha val="75000"/>
                </a:schemeClr>
              </a:gs>
              <a:gs pos="0">
                <a:schemeClr val="accent6">
                  <a:alpha val="7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lnSpc>
                <a:spcPct val="120000"/>
              </a:lnSpc>
            </a:pPr>
            <a:endParaRPr lang="en-US" sz="1600">
              <a:solidFill>
                <a:schemeClr val="lt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BE4153B-DADB-174B-E422-5CAF4EC49CEA}"/>
              </a:ext>
            </a:extLst>
          </p:cNvPr>
          <p:cNvSpPr/>
          <p:nvPr userDrawn="1"/>
        </p:nvSpPr>
        <p:spPr>
          <a:xfrm>
            <a:off x="8995002" y="1885950"/>
            <a:ext cx="2533650" cy="4286250"/>
          </a:xfrm>
          <a:prstGeom prst="roundRect">
            <a:avLst>
              <a:gd name="adj" fmla="val 8071"/>
            </a:avLst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274320" tIns="45720" rIns="274320" rtlCol="0" anchor="ctr"/>
          <a:lstStyle/>
          <a:p>
            <a:pPr marL="11113" marR="0" lvl="1" indent="0" defTabSz="91440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9143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4381B7D2-3540-EC42-9D5E-FE793D03581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3429000"/>
            <a:ext cx="2089684" cy="2518664"/>
          </a:xfrm>
        </p:spPr>
        <p:txBody>
          <a:bodyPr lIns="0" tIns="0" rIns="0" bIns="0"/>
          <a:lstStyle>
            <a:lvl1pPr marL="0" indent="0" algn="l">
              <a:lnSpc>
                <a:spcPct val="120000"/>
              </a:lnSpc>
              <a:spcBef>
                <a:spcPts val="600"/>
              </a:spcBef>
              <a:buFontTx/>
              <a:buNone/>
              <a:defRPr sz="1600"/>
            </a:lvl1pPr>
            <a:lvl2pPr>
              <a:lnSpc>
                <a:spcPct val="100000"/>
              </a:lnSpc>
              <a:spcBef>
                <a:spcPts val="2000"/>
              </a:spcBef>
              <a:defRPr>
                <a:solidFill>
                  <a:schemeClr val="tx2"/>
                </a:solidFill>
              </a:defRPr>
            </a:lvl2pPr>
            <a:lvl3pPr>
              <a:lnSpc>
                <a:spcPct val="100000"/>
              </a:lnSpc>
              <a:spcBef>
                <a:spcPts val="2000"/>
              </a:spcBef>
              <a:defRPr/>
            </a:lvl3pPr>
            <a:lvl4pPr>
              <a:lnSpc>
                <a:spcPct val="100000"/>
              </a:lnSpc>
              <a:spcBef>
                <a:spcPts val="2000"/>
              </a:spcBef>
              <a:defRPr/>
            </a:lvl4pPr>
            <a:lvl5pPr>
              <a:lnSpc>
                <a:spcPct val="100000"/>
              </a:lnSpc>
              <a:spcBef>
                <a:spcPts val="20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Content Placeholder 3">
            <a:extLst>
              <a:ext uri="{FF2B5EF4-FFF2-40B4-BE49-F238E27FC236}">
                <a16:creationId xmlns:a16="http://schemas.microsoft.com/office/drawing/2014/main" id="{D9DC29D3-85DD-9F4A-998B-23A3CC0C8CA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667947" y="3429000"/>
            <a:ext cx="2093976" cy="2518664"/>
          </a:xfrm>
        </p:spPr>
        <p:txBody>
          <a:bodyPr lIns="0" tIns="0" rIns="0" bIns="0"/>
          <a:lstStyle>
            <a:lvl1pPr marL="0" indent="0" algn="l">
              <a:lnSpc>
                <a:spcPct val="120000"/>
              </a:lnSpc>
              <a:spcBef>
                <a:spcPts val="600"/>
              </a:spcBef>
              <a:buFontTx/>
              <a:buNone/>
              <a:defRPr sz="1600"/>
            </a:lvl1pPr>
            <a:lvl2pPr>
              <a:lnSpc>
                <a:spcPct val="100000"/>
              </a:lnSpc>
              <a:spcBef>
                <a:spcPts val="2000"/>
              </a:spcBef>
              <a:defRPr>
                <a:solidFill>
                  <a:schemeClr val="tx2"/>
                </a:solidFill>
              </a:defRPr>
            </a:lvl2pPr>
            <a:lvl3pPr>
              <a:lnSpc>
                <a:spcPct val="100000"/>
              </a:lnSpc>
              <a:spcBef>
                <a:spcPts val="2000"/>
              </a:spcBef>
              <a:defRPr/>
            </a:lvl3pPr>
            <a:lvl4pPr>
              <a:lnSpc>
                <a:spcPct val="100000"/>
              </a:lnSpc>
              <a:spcBef>
                <a:spcPts val="2000"/>
              </a:spcBef>
              <a:defRPr/>
            </a:lvl4pPr>
            <a:lvl5pPr>
              <a:lnSpc>
                <a:spcPct val="100000"/>
              </a:lnSpc>
              <a:spcBef>
                <a:spcPts val="20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Content Placeholder 3">
            <a:extLst>
              <a:ext uri="{FF2B5EF4-FFF2-40B4-BE49-F238E27FC236}">
                <a16:creationId xmlns:a16="http://schemas.microsoft.com/office/drawing/2014/main" id="{A7C75328-BBA7-6048-88F4-AC342270755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25786" y="3429000"/>
            <a:ext cx="2093976" cy="2518664"/>
          </a:xfrm>
        </p:spPr>
        <p:txBody>
          <a:bodyPr lIns="0" tIns="0" rIns="0" bIns="0"/>
          <a:lstStyle>
            <a:lvl1pPr marL="0" indent="0" algn="l">
              <a:lnSpc>
                <a:spcPct val="120000"/>
              </a:lnSpc>
              <a:spcBef>
                <a:spcPts val="600"/>
              </a:spcBef>
              <a:buFontTx/>
              <a:buNone/>
              <a:defRPr sz="1600"/>
            </a:lvl1pPr>
            <a:lvl2pPr>
              <a:lnSpc>
                <a:spcPct val="100000"/>
              </a:lnSpc>
              <a:spcBef>
                <a:spcPts val="2000"/>
              </a:spcBef>
              <a:defRPr>
                <a:solidFill>
                  <a:schemeClr val="tx2"/>
                </a:solidFill>
              </a:defRPr>
            </a:lvl2pPr>
            <a:lvl3pPr>
              <a:lnSpc>
                <a:spcPct val="100000"/>
              </a:lnSpc>
              <a:spcBef>
                <a:spcPts val="2000"/>
              </a:spcBef>
              <a:defRPr/>
            </a:lvl3pPr>
            <a:lvl4pPr>
              <a:lnSpc>
                <a:spcPct val="100000"/>
              </a:lnSpc>
              <a:spcBef>
                <a:spcPts val="2000"/>
              </a:spcBef>
              <a:defRPr/>
            </a:lvl4pPr>
            <a:lvl5pPr>
              <a:lnSpc>
                <a:spcPct val="100000"/>
              </a:lnSpc>
              <a:spcBef>
                <a:spcPts val="20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Content Placeholder 3">
            <a:extLst>
              <a:ext uri="{FF2B5EF4-FFF2-40B4-BE49-F238E27FC236}">
                <a16:creationId xmlns:a16="http://schemas.microsoft.com/office/drawing/2014/main" id="{E3785295-872A-C44F-ABB8-BBEACDD9550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9183624" y="3429000"/>
            <a:ext cx="2093976" cy="2518664"/>
          </a:xfrm>
        </p:spPr>
        <p:txBody>
          <a:bodyPr lIns="0" tIns="0" rIns="0" bIns="0"/>
          <a:lstStyle>
            <a:lvl1pPr marL="0" indent="0" algn="l">
              <a:lnSpc>
                <a:spcPct val="120000"/>
              </a:lnSpc>
              <a:spcBef>
                <a:spcPts val="600"/>
              </a:spcBef>
              <a:buFontTx/>
              <a:buNone/>
              <a:defRPr sz="1600"/>
            </a:lvl1pPr>
            <a:lvl2pPr>
              <a:lnSpc>
                <a:spcPct val="100000"/>
              </a:lnSpc>
              <a:spcBef>
                <a:spcPts val="2000"/>
              </a:spcBef>
              <a:defRPr>
                <a:solidFill>
                  <a:schemeClr val="tx2"/>
                </a:solidFill>
              </a:defRPr>
            </a:lvl2pPr>
            <a:lvl3pPr>
              <a:lnSpc>
                <a:spcPct val="100000"/>
              </a:lnSpc>
              <a:spcBef>
                <a:spcPts val="2000"/>
              </a:spcBef>
              <a:defRPr/>
            </a:lvl3pPr>
            <a:lvl4pPr>
              <a:lnSpc>
                <a:spcPct val="100000"/>
              </a:lnSpc>
              <a:spcBef>
                <a:spcPts val="2000"/>
              </a:spcBef>
              <a:defRPr/>
            </a:lvl4pPr>
            <a:lvl5pPr>
              <a:lnSpc>
                <a:spcPct val="100000"/>
              </a:lnSpc>
              <a:spcBef>
                <a:spcPts val="20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1E05B29-E487-1AC4-87B8-772FD620509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23825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044571-BD04-E1FE-8C19-2AA324308004}"/>
              </a:ext>
            </a:extLst>
          </p:cNvPr>
          <p:cNvSpPr txBox="1">
            <a:spLocks/>
          </p:cNvSpPr>
          <p:nvPr userDrawn="1"/>
        </p:nvSpPr>
        <p:spPr>
          <a:xfrm>
            <a:off x="287769" y="6292415"/>
            <a:ext cx="338861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404250C-081D-1E49-AC43-BC6715A416E0}" type="slidenum">
              <a:rPr lang="en-US" sz="600" b="1" smtClean="0">
                <a:solidFill>
                  <a:schemeClr val="tx1">
                    <a:alpha val="50000"/>
                  </a:schemeClr>
                </a:solidFill>
              </a:rPr>
              <a:pPr algn="ctr"/>
              <a:t>‹#›</a:t>
            </a:fld>
            <a:endParaRPr lang="en-US" sz="600" b="1">
              <a:solidFill>
                <a:schemeClr val="tx1">
                  <a:alpha val="50000"/>
                </a:schemeClr>
              </a:solidFill>
            </a:endParaRP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6C404A16-C0F6-7E69-42FF-23B38D8AA96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3" r="23"/>
          <a:stretch/>
        </p:blipFill>
        <p:spPr>
          <a:xfrm>
            <a:off x="11204049" y="6363085"/>
            <a:ext cx="597951" cy="203650"/>
          </a:xfrm>
          <a:prstGeom prst="rect">
            <a:avLst/>
          </a:prstGeom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047C71AA-4C17-7522-0F93-D8C368157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D988874D-1178-02B5-8A74-45AB78AFD7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85800" y="6292415"/>
            <a:ext cx="4375150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6182516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5ACBF0"/>
          </p15:clr>
        </p15:guide>
        <p15:guide id="2" orient="horz" pos="3744">
          <p15:clr>
            <a:srgbClr val="5ACBF0"/>
          </p15:clr>
        </p15:guide>
        <p15:guide id="3" orient="horz" pos="2016">
          <p15:clr>
            <a:srgbClr val="5ACBF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adra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ight Triangle 7">
            <a:extLst>
              <a:ext uri="{FF2B5EF4-FFF2-40B4-BE49-F238E27FC236}">
                <a16:creationId xmlns:a16="http://schemas.microsoft.com/office/drawing/2014/main" id="{DA8A7F5A-B5B4-99C3-8390-85C46CCD51F6}"/>
              </a:ext>
            </a:extLst>
          </p:cNvPr>
          <p:cNvSpPr/>
          <p:nvPr userDrawn="1"/>
        </p:nvSpPr>
        <p:spPr>
          <a:xfrm flipH="1">
            <a:off x="9049742" y="1233182"/>
            <a:ext cx="3142258" cy="5624818"/>
          </a:xfrm>
          <a:prstGeom prst="rtTriangle">
            <a:avLst/>
          </a:prstGeom>
          <a:gradFill>
            <a:gsLst>
              <a:gs pos="0">
                <a:schemeClr val="accent4">
                  <a:alpha val="75000"/>
                </a:schemeClr>
              </a:gs>
              <a:gs pos="100000">
                <a:srgbClr val="FF001F">
                  <a:alpha val="75000"/>
                </a:srgbClr>
              </a:gs>
            </a:gsLst>
            <a:lin ang="5400000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  <a:latin typeface="+mn-lt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3BE1DE2-D3F9-F443-0845-69217B8A5FB4}"/>
              </a:ext>
            </a:extLst>
          </p:cNvPr>
          <p:cNvSpPr/>
          <p:nvPr userDrawn="1"/>
        </p:nvSpPr>
        <p:spPr>
          <a:xfrm>
            <a:off x="8995002" y="1885950"/>
            <a:ext cx="2533650" cy="4286250"/>
          </a:xfrm>
          <a:prstGeom prst="roundRect">
            <a:avLst>
              <a:gd name="adj" fmla="val 8071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274320" tIns="45720" rIns="274320" rtlCol="0" anchor="ctr"/>
          <a:lstStyle/>
          <a:p>
            <a:pPr marL="11113" marR="0" lvl="1" indent="0" defTabSz="91440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9143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8CABA90-09D0-0C42-A44E-EDDA25F30E54}"/>
              </a:ext>
            </a:extLst>
          </p:cNvPr>
          <p:cNvCxnSpPr>
            <a:cxnSpLocks/>
          </p:cNvCxnSpPr>
          <p:nvPr/>
        </p:nvCxnSpPr>
        <p:spPr>
          <a:xfrm>
            <a:off x="914400" y="3889744"/>
            <a:ext cx="4724400" cy="0"/>
          </a:xfrm>
          <a:prstGeom prst="straightConnector1">
            <a:avLst/>
          </a:prstGeom>
          <a:ln w="571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CCE2DEC-ED32-4B1B-855A-3CAD1B3E3A68}"/>
              </a:ext>
            </a:extLst>
          </p:cNvPr>
          <p:cNvCxnSpPr>
            <a:cxnSpLocks/>
          </p:cNvCxnSpPr>
          <p:nvPr userDrawn="1"/>
        </p:nvCxnSpPr>
        <p:spPr>
          <a:xfrm>
            <a:off x="6553200" y="3889744"/>
            <a:ext cx="4735068" cy="0"/>
          </a:xfrm>
          <a:prstGeom prst="straightConnector1">
            <a:avLst/>
          </a:prstGeom>
          <a:ln w="571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ontent Placeholder 12">
            <a:extLst>
              <a:ext uri="{FF2B5EF4-FFF2-40B4-BE49-F238E27FC236}">
                <a16:creationId xmlns:a16="http://schemas.microsoft.com/office/drawing/2014/main" id="{4646F92B-DB84-404E-B7B0-DB14F0B90CE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377954" y="1835888"/>
            <a:ext cx="4260846" cy="1660256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Content Placeholder 12">
            <a:extLst>
              <a:ext uri="{FF2B5EF4-FFF2-40B4-BE49-F238E27FC236}">
                <a16:creationId xmlns:a16="http://schemas.microsoft.com/office/drawing/2014/main" id="{2E84EFC0-0DEB-4D27-A894-C833F79E8A8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027165" y="1835888"/>
            <a:ext cx="4261104" cy="1660256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ontent Placeholder 12">
            <a:extLst>
              <a:ext uri="{FF2B5EF4-FFF2-40B4-BE49-F238E27FC236}">
                <a16:creationId xmlns:a16="http://schemas.microsoft.com/office/drawing/2014/main" id="{E18043E8-DBC3-4E07-A8CD-AA137CF406A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1377954" y="4283344"/>
            <a:ext cx="4260846" cy="1660256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Content Placeholder 12">
            <a:extLst>
              <a:ext uri="{FF2B5EF4-FFF2-40B4-BE49-F238E27FC236}">
                <a16:creationId xmlns:a16="http://schemas.microsoft.com/office/drawing/2014/main" id="{ECB22E1C-240C-4CA1-A949-4BE971F6527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7027165" y="4283344"/>
            <a:ext cx="4261104" cy="1660256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06436D0-BBF4-3E53-CE2E-925BB209C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AC72B835-20FD-39F6-6A51-E635B044EAFA}"/>
              </a:ext>
            </a:extLst>
          </p:cNvPr>
          <p:cNvSpPr txBox="1">
            <a:spLocks/>
          </p:cNvSpPr>
          <p:nvPr userDrawn="1"/>
        </p:nvSpPr>
        <p:spPr>
          <a:xfrm>
            <a:off x="287769" y="6292415"/>
            <a:ext cx="338861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404250C-081D-1E49-AC43-BC6715A416E0}" type="slidenum">
              <a:rPr lang="en-US" sz="600" b="1" smtClean="0">
                <a:solidFill>
                  <a:schemeClr val="tx1">
                    <a:alpha val="50000"/>
                  </a:schemeClr>
                </a:solidFill>
              </a:rPr>
              <a:pPr algn="ctr"/>
              <a:t>‹#›</a:t>
            </a:fld>
            <a:endParaRPr lang="en-US" sz="600" b="1">
              <a:solidFill>
                <a:schemeClr val="tx1">
                  <a:alpha val="50000"/>
                </a:schemeClr>
              </a:solidFill>
            </a:endParaRP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968789B4-84B2-A274-2A95-A74EA6191A0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4" r="24"/>
          <a:stretch/>
        </p:blipFill>
        <p:spPr>
          <a:xfrm>
            <a:off x="11204049" y="6363085"/>
            <a:ext cx="597935" cy="203650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375D6E0-0E75-9EBF-1569-80F96E4FD060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828800"/>
            <a:ext cx="0" cy="4114800"/>
          </a:xfrm>
          <a:prstGeom prst="line">
            <a:avLst/>
          </a:prstGeom>
          <a:ln w="9525" cap="flat">
            <a:solidFill>
              <a:schemeClr val="tx1">
                <a:alpha val="2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C0203B90-9CB9-8A54-8C76-2A29CF1BC90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292415"/>
            <a:ext cx="4375150" cy="274320"/>
          </a:xfrm>
        </p:spPr>
        <p:txBody>
          <a:bodyPr/>
          <a:lstStyle/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40907500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552">
          <p15:clr>
            <a:srgbClr val="5ACBF0"/>
          </p15:clr>
        </p15:guide>
        <p15:guide id="2" pos="4128">
          <p15:clr>
            <a:srgbClr val="5ACBF0"/>
          </p15:clr>
        </p15:guide>
        <p15:guide id="3" pos="7104">
          <p15:clr>
            <a:srgbClr val="5ACBF0"/>
          </p15:clr>
        </p15:guide>
        <p15:guide id="4" pos="4416">
          <p15:clr>
            <a:srgbClr val="5ACBF0"/>
          </p15:clr>
        </p15:guide>
        <p15:guide id="5" orient="horz" pos="3744">
          <p15:clr>
            <a:srgbClr val="5ACBF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adrant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46381B3B-58A3-4736-B145-8B5CF37EB7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238250"/>
          </a:xfrm>
          <a:prstGeom prst="rect">
            <a:avLst/>
          </a:prstGeom>
        </p:spPr>
      </p:pic>
      <p:sp>
        <p:nvSpPr>
          <p:cNvPr id="8" name="Right Triangle 7">
            <a:extLst>
              <a:ext uri="{FF2B5EF4-FFF2-40B4-BE49-F238E27FC236}">
                <a16:creationId xmlns:a16="http://schemas.microsoft.com/office/drawing/2014/main" id="{162C4A56-C308-068B-A6EC-8ED7275BAA1F}"/>
              </a:ext>
            </a:extLst>
          </p:cNvPr>
          <p:cNvSpPr/>
          <p:nvPr userDrawn="1"/>
        </p:nvSpPr>
        <p:spPr>
          <a:xfrm flipH="1">
            <a:off x="9049742" y="1233182"/>
            <a:ext cx="3142258" cy="5624818"/>
          </a:xfrm>
          <a:prstGeom prst="rtTriangle">
            <a:avLst/>
          </a:prstGeom>
          <a:gradFill>
            <a:gsLst>
              <a:gs pos="100000">
                <a:schemeClr val="accent2">
                  <a:alpha val="50000"/>
                </a:schemeClr>
              </a:gs>
              <a:gs pos="50000">
                <a:schemeClr val="accent2">
                  <a:alpha val="75000"/>
                </a:schemeClr>
              </a:gs>
              <a:gs pos="0">
                <a:schemeClr val="accent6">
                  <a:alpha val="7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lnSpc>
                <a:spcPct val="120000"/>
              </a:lnSpc>
            </a:pPr>
            <a:endParaRPr lang="en-US" sz="1600">
              <a:solidFill>
                <a:schemeClr val="lt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24DC31C-D8E6-A1D8-8E0E-8792DB42382F}"/>
              </a:ext>
            </a:extLst>
          </p:cNvPr>
          <p:cNvSpPr/>
          <p:nvPr userDrawn="1"/>
        </p:nvSpPr>
        <p:spPr>
          <a:xfrm>
            <a:off x="8995002" y="1885950"/>
            <a:ext cx="2533650" cy="4286250"/>
          </a:xfrm>
          <a:prstGeom prst="roundRect">
            <a:avLst>
              <a:gd name="adj" fmla="val 8071"/>
            </a:avLst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274320" tIns="45720" rIns="274320" rtlCol="0" anchor="ctr"/>
          <a:lstStyle/>
          <a:p>
            <a:pPr marL="11113" marR="0" lvl="1" indent="0" defTabSz="91440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9143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2BE7CEF-3A82-74D1-8C68-FE9C0A6DF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9EAD6F-52D1-2C82-3F61-2DDE1BA9FFED}"/>
              </a:ext>
            </a:extLst>
          </p:cNvPr>
          <p:cNvSpPr txBox="1">
            <a:spLocks/>
          </p:cNvSpPr>
          <p:nvPr userDrawn="1"/>
        </p:nvSpPr>
        <p:spPr>
          <a:xfrm>
            <a:off x="287769" y="6292415"/>
            <a:ext cx="338861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404250C-081D-1E49-AC43-BC6715A416E0}" type="slidenum">
              <a:rPr lang="en-US" sz="600" b="1" smtClean="0">
                <a:solidFill>
                  <a:schemeClr val="tx1">
                    <a:alpha val="50000"/>
                  </a:schemeClr>
                </a:solidFill>
              </a:rPr>
              <a:pPr algn="ctr"/>
              <a:t>‹#›</a:t>
            </a:fld>
            <a:endParaRPr lang="en-US" sz="600" b="1">
              <a:solidFill>
                <a:schemeClr val="tx1">
                  <a:alpha val="50000"/>
                </a:schemeClr>
              </a:solidFill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F06DADA-7E33-D06F-4F43-B828A581295B}"/>
              </a:ext>
            </a:extLst>
          </p:cNvPr>
          <p:cNvCxnSpPr>
            <a:cxnSpLocks/>
          </p:cNvCxnSpPr>
          <p:nvPr userDrawn="1"/>
        </p:nvCxnSpPr>
        <p:spPr>
          <a:xfrm>
            <a:off x="914400" y="3889744"/>
            <a:ext cx="4724400" cy="0"/>
          </a:xfrm>
          <a:prstGeom prst="straightConnector1">
            <a:avLst/>
          </a:prstGeom>
          <a:ln w="571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2DD495F-EEEB-6265-24FC-45980F84E435}"/>
              </a:ext>
            </a:extLst>
          </p:cNvPr>
          <p:cNvCxnSpPr>
            <a:cxnSpLocks/>
          </p:cNvCxnSpPr>
          <p:nvPr userDrawn="1"/>
        </p:nvCxnSpPr>
        <p:spPr>
          <a:xfrm>
            <a:off x="6553200" y="3889744"/>
            <a:ext cx="4735068" cy="0"/>
          </a:xfrm>
          <a:prstGeom prst="straightConnector1">
            <a:avLst/>
          </a:prstGeom>
          <a:ln w="571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6421E8E-0431-B903-7BDF-683EF793D7F8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828800"/>
            <a:ext cx="0" cy="4114800"/>
          </a:xfrm>
          <a:prstGeom prst="line">
            <a:avLst/>
          </a:prstGeom>
          <a:ln w="9525" cap="flat">
            <a:solidFill>
              <a:schemeClr val="tx1">
                <a:alpha val="2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ontent Placeholder 12">
            <a:extLst>
              <a:ext uri="{FF2B5EF4-FFF2-40B4-BE49-F238E27FC236}">
                <a16:creationId xmlns:a16="http://schemas.microsoft.com/office/drawing/2014/main" id="{4646F92B-DB84-404E-B7B0-DB14F0B90CE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377954" y="1835888"/>
            <a:ext cx="4260846" cy="1660256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ontent Placeholder 12">
            <a:extLst>
              <a:ext uri="{FF2B5EF4-FFF2-40B4-BE49-F238E27FC236}">
                <a16:creationId xmlns:a16="http://schemas.microsoft.com/office/drawing/2014/main" id="{E18043E8-DBC3-4E07-A8CD-AA137CF406A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1377954" y="4283344"/>
            <a:ext cx="4260846" cy="1660256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Content Placeholder 12">
            <a:extLst>
              <a:ext uri="{FF2B5EF4-FFF2-40B4-BE49-F238E27FC236}">
                <a16:creationId xmlns:a16="http://schemas.microsoft.com/office/drawing/2014/main" id="{2E84EFC0-0DEB-4D27-A894-C833F79E8A8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027422" y="1835888"/>
            <a:ext cx="4260846" cy="1660256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Content Placeholder 12">
            <a:extLst>
              <a:ext uri="{FF2B5EF4-FFF2-40B4-BE49-F238E27FC236}">
                <a16:creationId xmlns:a16="http://schemas.microsoft.com/office/drawing/2014/main" id="{ECB22E1C-240C-4CA1-A949-4BE971F6527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7027422" y="4283344"/>
            <a:ext cx="4260846" cy="1660256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DC083FC-4EE7-0F18-E787-14469A95E2A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3" r="23"/>
          <a:stretch/>
        </p:blipFill>
        <p:spPr>
          <a:xfrm>
            <a:off x="11204049" y="6363085"/>
            <a:ext cx="597951" cy="203650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F350B5E3-D350-3316-751E-ECD36358E2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85800" y="6292415"/>
            <a:ext cx="4375150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1728663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552">
          <p15:clr>
            <a:srgbClr val="5ACBF0"/>
          </p15:clr>
        </p15:guide>
        <p15:guide id="2" pos="4128">
          <p15:clr>
            <a:srgbClr val="5ACBF0"/>
          </p15:clr>
        </p15:guide>
        <p15:guide id="3" pos="4416">
          <p15:clr>
            <a:srgbClr val="5ACBF0"/>
          </p15:clr>
        </p15:guide>
        <p15:guide id="4" pos="7104">
          <p15:clr>
            <a:srgbClr val="5ACBF0"/>
          </p15:clr>
        </p15:guide>
        <p15:guide id="5" orient="horz" pos="3744">
          <p15:clr>
            <a:srgbClr val="5ACBF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83B31E-1960-952B-0A26-D817A2F1DBA6}"/>
              </a:ext>
            </a:extLst>
          </p:cNvPr>
          <p:cNvSpPr txBox="1">
            <a:spLocks/>
          </p:cNvSpPr>
          <p:nvPr userDrawn="1"/>
        </p:nvSpPr>
        <p:spPr>
          <a:xfrm>
            <a:off x="287769" y="6292415"/>
            <a:ext cx="338861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404250C-081D-1E49-AC43-BC6715A416E0}" type="slidenum">
              <a:rPr lang="en-US" sz="600" b="1" smtClean="0">
                <a:solidFill>
                  <a:schemeClr val="tx1">
                    <a:alpha val="50000"/>
                  </a:schemeClr>
                </a:solidFill>
              </a:rPr>
              <a:pPr algn="ctr"/>
              <a:t>‹#›</a:t>
            </a:fld>
            <a:endParaRPr lang="en-US" sz="600" b="1">
              <a:solidFill>
                <a:schemeClr val="tx1">
                  <a:alpha val="50000"/>
                </a:schemeClr>
              </a:solidFill>
            </a:endParaRP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5C7B2465-A0E6-5442-93E7-693E6E5B2C9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5800" y="1281007"/>
            <a:ext cx="10817352" cy="32004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cap="none" baseline="0">
                <a:solidFill>
                  <a:schemeClr val="accent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Subtitle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24D9784-BFE3-FD5C-AD0C-B51CAA582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70046"/>
            <a:ext cx="10820400" cy="5486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553E35-EE5A-88B3-CA23-ADF7F2FA4B1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292415"/>
            <a:ext cx="4375150" cy="274320"/>
          </a:xfrm>
        </p:spPr>
        <p:txBody>
          <a:bodyPr/>
          <a:lstStyle/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101877295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6310D68-D281-EFCA-3F79-89ADC1D3F532}"/>
              </a:ext>
            </a:extLst>
          </p:cNvPr>
          <p:cNvSpPr txBox="1">
            <a:spLocks/>
          </p:cNvSpPr>
          <p:nvPr userDrawn="1"/>
        </p:nvSpPr>
        <p:spPr>
          <a:xfrm>
            <a:off x="287769" y="6292415"/>
            <a:ext cx="338861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404250C-081D-1E49-AC43-BC6715A416E0}" type="slidenum">
              <a:rPr lang="en-US" sz="600" b="1" smtClean="0">
                <a:solidFill>
                  <a:schemeClr val="tx1">
                    <a:alpha val="50000"/>
                  </a:schemeClr>
                </a:solidFill>
              </a:rPr>
              <a:pPr algn="ctr"/>
              <a:t>‹#›</a:t>
            </a:fld>
            <a:endParaRPr lang="en-US" sz="600" b="1">
              <a:solidFill>
                <a:schemeClr val="tx1">
                  <a:alpha val="50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6755A5-573D-E836-4CFB-2548994E1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C1490590-2B0F-CD68-4860-CCA606C4657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292415"/>
            <a:ext cx="4375150" cy="274320"/>
          </a:xfrm>
        </p:spPr>
        <p:txBody>
          <a:bodyPr/>
          <a:lstStyle/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158465433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7E2810A-BC96-2AC5-68F3-7E55FBC909E4}"/>
              </a:ext>
            </a:extLst>
          </p:cNvPr>
          <p:cNvSpPr txBox="1">
            <a:spLocks/>
          </p:cNvSpPr>
          <p:nvPr userDrawn="1"/>
        </p:nvSpPr>
        <p:spPr>
          <a:xfrm>
            <a:off x="287769" y="6292415"/>
            <a:ext cx="338861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404250C-081D-1E49-AC43-BC6715A416E0}" type="slidenum">
              <a:rPr lang="en-US" sz="600" b="1" smtClean="0">
                <a:solidFill>
                  <a:schemeClr val="tx1">
                    <a:alpha val="50000"/>
                  </a:schemeClr>
                </a:solidFill>
              </a:rPr>
              <a:pPr algn="ctr"/>
              <a:t>‹#›</a:t>
            </a:fld>
            <a:endParaRPr lang="en-US" sz="600" b="1">
              <a:solidFill>
                <a:schemeClr val="tx1">
                  <a:alpha val="50000"/>
                </a:scheme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BDE667-9124-435D-4E3E-136DF5C54B5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292415"/>
            <a:ext cx="4375150" cy="274320"/>
          </a:xfrm>
        </p:spPr>
        <p:txBody>
          <a:bodyPr/>
          <a:lstStyle/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290138520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3E36DDE4-6D58-7BCE-8728-E87FCDDC30C9}"/>
              </a:ext>
            </a:extLst>
          </p:cNvPr>
          <p:cNvSpPr txBox="1">
            <a:spLocks/>
          </p:cNvSpPr>
          <p:nvPr userDrawn="1"/>
        </p:nvSpPr>
        <p:spPr>
          <a:xfrm>
            <a:off x="287769" y="6292415"/>
            <a:ext cx="338861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404250C-081D-1E49-AC43-BC6715A416E0}" type="slidenum">
              <a:rPr lang="en-US" sz="600" b="1" smtClean="0">
                <a:solidFill>
                  <a:schemeClr val="tx1">
                    <a:alpha val="50000"/>
                  </a:schemeClr>
                </a:solidFill>
              </a:rPr>
              <a:pPr algn="ctr"/>
              <a:t>‹#›</a:t>
            </a:fld>
            <a:endParaRPr lang="en-US" sz="600" b="1">
              <a:solidFill>
                <a:schemeClr val="tx1">
                  <a:alpha val="50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94EC91-F2D0-A0C2-14E4-2AE3D8F614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23825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4E939BCE-2F5D-AF91-6141-21CF65E82E1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3" r="23"/>
          <a:stretch/>
        </p:blipFill>
        <p:spPr>
          <a:xfrm>
            <a:off x="11204049" y="6363085"/>
            <a:ext cx="597951" cy="203650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AC36303-DFE6-A2C3-EEE7-2C4FAB6279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85800" y="6292415"/>
            <a:ext cx="4375150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23594506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F36C697D-74DC-4003-9FD6-B5CA1C28ED7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988052" y="3321162"/>
            <a:ext cx="5516032" cy="2851038"/>
          </a:xfrm>
        </p:spPr>
        <p:txBody>
          <a:bodyPr/>
          <a:lstStyle>
            <a:lvl1pPr>
              <a:defRPr sz="1600"/>
            </a:lvl1pPr>
            <a:lvl2pPr>
              <a:defRPr sz="1600">
                <a:solidFill>
                  <a:schemeClr val="tx2"/>
                </a:solidFill>
              </a:defRPr>
            </a:lvl2pPr>
            <a:lvl3pPr>
              <a:defRPr sz="1200"/>
            </a:lvl3pPr>
            <a:lvl4pPr>
              <a:defRPr sz="10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56ADE96-5387-465E-8670-A6071E5684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996930" cy="1541482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22F5A4A-2ACF-C6F9-61AB-4A5ACBA40A1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" y="685800"/>
            <a:ext cx="5289553" cy="5486400"/>
          </a:xfrm>
          <a:custGeom>
            <a:avLst/>
            <a:gdLst>
              <a:gd name="connsiteX0" fmla="*/ 0 w 5289553"/>
              <a:gd name="connsiteY0" fmla="*/ 0 h 5486400"/>
              <a:gd name="connsiteX1" fmla="*/ 1084119 w 5289553"/>
              <a:gd name="connsiteY1" fmla="*/ 0 h 5486400"/>
              <a:gd name="connsiteX2" fmla="*/ 3308279 w 5289553"/>
              <a:gd name="connsiteY2" fmla="*/ 0 h 5486400"/>
              <a:gd name="connsiteX3" fmla="*/ 4891236 w 5289553"/>
              <a:gd name="connsiteY3" fmla="*/ 0 h 5486400"/>
              <a:gd name="connsiteX4" fmla="*/ 5289553 w 5289553"/>
              <a:gd name="connsiteY4" fmla="*/ 398317 h 5486400"/>
              <a:gd name="connsiteX5" fmla="*/ 5289553 w 5289553"/>
              <a:gd name="connsiteY5" fmla="*/ 5088083 h 5486400"/>
              <a:gd name="connsiteX6" fmla="*/ 4891236 w 5289553"/>
              <a:gd name="connsiteY6" fmla="*/ 5486400 h 5486400"/>
              <a:gd name="connsiteX7" fmla="*/ 3308279 w 5289553"/>
              <a:gd name="connsiteY7" fmla="*/ 5486400 h 5486400"/>
              <a:gd name="connsiteX8" fmla="*/ 1084119 w 5289553"/>
              <a:gd name="connsiteY8" fmla="*/ 5486400 h 5486400"/>
              <a:gd name="connsiteX9" fmla="*/ 0 w 5289553"/>
              <a:gd name="connsiteY9" fmla="*/ 5486400 h 5486400"/>
              <a:gd name="connsiteX0" fmla="*/ 0 w 5289553"/>
              <a:gd name="connsiteY0" fmla="*/ 0 h 5486400"/>
              <a:gd name="connsiteX1" fmla="*/ 3308279 w 5289553"/>
              <a:gd name="connsiteY1" fmla="*/ 0 h 5486400"/>
              <a:gd name="connsiteX2" fmla="*/ 4891236 w 5289553"/>
              <a:gd name="connsiteY2" fmla="*/ 0 h 5486400"/>
              <a:gd name="connsiteX3" fmla="*/ 5289553 w 5289553"/>
              <a:gd name="connsiteY3" fmla="*/ 398317 h 5486400"/>
              <a:gd name="connsiteX4" fmla="*/ 5289553 w 5289553"/>
              <a:gd name="connsiteY4" fmla="*/ 5088083 h 5486400"/>
              <a:gd name="connsiteX5" fmla="*/ 4891236 w 5289553"/>
              <a:gd name="connsiteY5" fmla="*/ 5486400 h 5486400"/>
              <a:gd name="connsiteX6" fmla="*/ 3308279 w 5289553"/>
              <a:gd name="connsiteY6" fmla="*/ 5486400 h 5486400"/>
              <a:gd name="connsiteX7" fmla="*/ 1084119 w 5289553"/>
              <a:gd name="connsiteY7" fmla="*/ 5486400 h 5486400"/>
              <a:gd name="connsiteX8" fmla="*/ 0 w 5289553"/>
              <a:gd name="connsiteY8" fmla="*/ 5486400 h 5486400"/>
              <a:gd name="connsiteX9" fmla="*/ 0 w 5289553"/>
              <a:gd name="connsiteY9" fmla="*/ 0 h 5486400"/>
              <a:gd name="connsiteX0" fmla="*/ 0 w 5289553"/>
              <a:gd name="connsiteY0" fmla="*/ 0 h 5486400"/>
              <a:gd name="connsiteX1" fmla="*/ 4891236 w 5289553"/>
              <a:gd name="connsiteY1" fmla="*/ 0 h 5486400"/>
              <a:gd name="connsiteX2" fmla="*/ 5289553 w 5289553"/>
              <a:gd name="connsiteY2" fmla="*/ 398317 h 5486400"/>
              <a:gd name="connsiteX3" fmla="*/ 5289553 w 5289553"/>
              <a:gd name="connsiteY3" fmla="*/ 5088083 h 5486400"/>
              <a:gd name="connsiteX4" fmla="*/ 4891236 w 5289553"/>
              <a:gd name="connsiteY4" fmla="*/ 5486400 h 5486400"/>
              <a:gd name="connsiteX5" fmla="*/ 3308279 w 5289553"/>
              <a:gd name="connsiteY5" fmla="*/ 5486400 h 5486400"/>
              <a:gd name="connsiteX6" fmla="*/ 1084119 w 5289553"/>
              <a:gd name="connsiteY6" fmla="*/ 5486400 h 5486400"/>
              <a:gd name="connsiteX7" fmla="*/ 0 w 5289553"/>
              <a:gd name="connsiteY7" fmla="*/ 5486400 h 5486400"/>
              <a:gd name="connsiteX8" fmla="*/ 0 w 5289553"/>
              <a:gd name="connsiteY8" fmla="*/ 0 h 5486400"/>
              <a:gd name="connsiteX0" fmla="*/ 0 w 5289553"/>
              <a:gd name="connsiteY0" fmla="*/ 0 h 5486400"/>
              <a:gd name="connsiteX1" fmla="*/ 4891236 w 5289553"/>
              <a:gd name="connsiteY1" fmla="*/ 0 h 5486400"/>
              <a:gd name="connsiteX2" fmla="*/ 5289553 w 5289553"/>
              <a:gd name="connsiteY2" fmla="*/ 398317 h 5486400"/>
              <a:gd name="connsiteX3" fmla="*/ 5289553 w 5289553"/>
              <a:gd name="connsiteY3" fmla="*/ 5088083 h 5486400"/>
              <a:gd name="connsiteX4" fmla="*/ 4891236 w 5289553"/>
              <a:gd name="connsiteY4" fmla="*/ 5486400 h 5486400"/>
              <a:gd name="connsiteX5" fmla="*/ 3308279 w 5289553"/>
              <a:gd name="connsiteY5" fmla="*/ 5486400 h 5486400"/>
              <a:gd name="connsiteX6" fmla="*/ 0 w 5289553"/>
              <a:gd name="connsiteY6" fmla="*/ 5486400 h 5486400"/>
              <a:gd name="connsiteX7" fmla="*/ 0 w 5289553"/>
              <a:gd name="connsiteY7" fmla="*/ 0 h 5486400"/>
              <a:gd name="connsiteX0" fmla="*/ 0 w 5289553"/>
              <a:gd name="connsiteY0" fmla="*/ 0 h 5486400"/>
              <a:gd name="connsiteX1" fmla="*/ 4891236 w 5289553"/>
              <a:gd name="connsiteY1" fmla="*/ 0 h 5486400"/>
              <a:gd name="connsiteX2" fmla="*/ 5289553 w 5289553"/>
              <a:gd name="connsiteY2" fmla="*/ 398317 h 5486400"/>
              <a:gd name="connsiteX3" fmla="*/ 5289553 w 5289553"/>
              <a:gd name="connsiteY3" fmla="*/ 5088083 h 5486400"/>
              <a:gd name="connsiteX4" fmla="*/ 4891236 w 5289553"/>
              <a:gd name="connsiteY4" fmla="*/ 5486400 h 5486400"/>
              <a:gd name="connsiteX5" fmla="*/ 0 w 5289553"/>
              <a:gd name="connsiteY5" fmla="*/ 5486400 h 5486400"/>
              <a:gd name="connsiteX6" fmla="*/ 0 w 5289553"/>
              <a:gd name="connsiteY6" fmla="*/ 0 h 54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289553" h="5486400">
                <a:moveTo>
                  <a:pt x="0" y="0"/>
                </a:moveTo>
                <a:lnTo>
                  <a:pt x="4891236" y="0"/>
                </a:lnTo>
                <a:cubicBezTo>
                  <a:pt x="5111220" y="0"/>
                  <a:pt x="5289553" y="178333"/>
                  <a:pt x="5289553" y="398317"/>
                </a:cubicBezTo>
                <a:lnTo>
                  <a:pt x="5289553" y="5088083"/>
                </a:lnTo>
                <a:cubicBezTo>
                  <a:pt x="5289553" y="5308067"/>
                  <a:pt x="5111220" y="5486400"/>
                  <a:pt x="4891236" y="5486400"/>
                </a:cubicBezTo>
                <a:lnTo>
                  <a:pt x="0" y="54864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itle 4">
            <a:extLst>
              <a:ext uri="{FF2B5EF4-FFF2-40B4-BE49-F238E27FC236}">
                <a16:creationId xmlns:a16="http://schemas.microsoft.com/office/drawing/2014/main" id="{D6D4D733-34C8-9661-91FA-DDEE52B34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0168" y="1828801"/>
            <a:ext cx="2753782" cy="1142999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E298D4A3-1B0E-C6B4-B0C3-ADC63A451D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990168" y="1374100"/>
            <a:ext cx="2752726" cy="2286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1" cap="all" spc="300" baseline="0">
                <a:solidFill>
                  <a:schemeClr val="accent4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Supertitle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DC71D529-B3A1-BFAC-1D78-BF1756D301AC}"/>
              </a:ext>
            </a:extLst>
          </p:cNvPr>
          <p:cNvSpPr txBox="1">
            <a:spLocks/>
          </p:cNvSpPr>
          <p:nvPr userDrawn="1"/>
        </p:nvSpPr>
        <p:spPr>
          <a:xfrm>
            <a:off x="287769" y="6292415"/>
            <a:ext cx="338861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404250C-081D-1E49-AC43-BC6715A416E0}" type="slidenum">
              <a:rPr lang="en-US" sz="600" b="1" smtClean="0">
                <a:solidFill>
                  <a:schemeClr val="tx1">
                    <a:alpha val="50000"/>
                  </a:schemeClr>
                </a:solidFill>
              </a:rPr>
              <a:pPr algn="ctr"/>
              <a:t>‹#›</a:t>
            </a:fld>
            <a:endParaRPr lang="en-US" sz="600" b="1">
              <a:solidFill>
                <a:schemeClr val="tx1">
                  <a:alpha val="50000"/>
                </a:schemeClr>
              </a:solidFill>
            </a:endParaRPr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CD5DC65A-FC97-D7BA-A5D3-E1CDBD42033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685800" y="6292415"/>
            <a:ext cx="4375150" cy="274320"/>
          </a:xfrm>
        </p:spPr>
        <p:txBody>
          <a:bodyPr/>
          <a:lstStyle/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228289060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left - Title and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0652FD78-7462-E2E3-F3EE-00390FE210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238250"/>
          </a:xfrm>
          <a:prstGeom prst="rect">
            <a:avLst/>
          </a:prstGeom>
        </p:spPr>
      </p:pic>
      <p:pic>
        <p:nvPicPr>
          <p:cNvPr id="13" name="Picture Placeholder 3">
            <a:extLst>
              <a:ext uri="{FF2B5EF4-FFF2-40B4-BE49-F238E27FC236}">
                <a16:creationId xmlns:a16="http://schemas.microsoft.com/office/drawing/2014/main" id="{DB9187A6-E60C-67D1-B821-EC18F34E82E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0661" t="8300" r="22968" b="38130"/>
          <a:stretch/>
        </p:blipFill>
        <p:spPr>
          <a:xfrm>
            <a:off x="-2" y="0"/>
            <a:ext cx="12191997" cy="68580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A3FFBDD1-1814-CEE1-9269-FEC340F1E036}"/>
              </a:ext>
            </a:extLst>
          </p:cNvPr>
          <p:cNvSpPr/>
          <p:nvPr userDrawn="1"/>
        </p:nvSpPr>
        <p:spPr>
          <a:xfrm flipH="1">
            <a:off x="4" y="0"/>
            <a:ext cx="12191996" cy="6858000"/>
          </a:xfrm>
          <a:prstGeom prst="rect">
            <a:avLst/>
          </a:prstGeom>
          <a:gradFill>
            <a:gsLst>
              <a:gs pos="100000">
                <a:schemeClr val="bg2">
                  <a:alpha val="0"/>
                </a:schemeClr>
              </a:gs>
              <a:gs pos="25000">
                <a:schemeClr val="bg2">
                  <a:alpha val="5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en-US" sz="160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DEB62FE7-5FB9-4ACD-FBC4-87C68F9A95B1}"/>
              </a:ext>
            </a:extLst>
          </p:cNvPr>
          <p:cNvSpPr txBox="1">
            <a:spLocks/>
          </p:cNvSpPr>
          <p:nvPr userDrawn="1"/>
        </p:nvSpPr>
        <p:spPr>
          <a:xfrm>
            <a:off x="287769" y="6292415"/>
            <a:ext cx="338861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404250C-081D-1E49-AC43-BC6715A416E0}" type="slidenum">
              <a:rPr lang="en-US" sz="600" b="1" smtClean="0">
                <a:solidFill>
                  <a:schemeClr val="tx1">
                    <a:alpha val="50000"/>
                  </a:schemeClr>
                </a:solidFill>
              </a:rPr>
              <a:pPr algn="ctr"/>
              <a:t>‹#›</a:t>
            </a:fld>
            <a:endParaRPr lang="en-US" sz="600" b="1">
              <a:solidFill>
                <a:schemeClr val="tx1">
                  <a:alpha val="50000"/>
                </a:schemeClr>
              </a:solidFill>
            </a:endParaRP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D8D7D41-016E-3587-0CD6-C1A65CDFB8A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" y="685800"/>
            <a:ext cx="5289553" cy="5486400"/>
          </a:xfrm>
          <a:custGeom>
            <a:avLst/>
            <a:gdLst>
              <a:gd name="connsiteX0" fmla="*/ 0 w 5289553"/>
              <a:gd name="connsiteY0" fmla="*/ 0 h 5486400"/>
              <a:gd name="connsiteX1" fmla="*/ 1084119 w 5289553"/>
              <a:gd name="connsiteY1" fmla="*/ 0 h 5486400"/>
              <a:gd name="connsiteX2" fmla="*/ 3308279 w 5289553"/>
              <a:gd name="connsiteY2" fmla="*/ 0 h 5486400"/>
              <a:gd name="connsiteX3" fmla="*/ 4891236 w 5289553"/>
              <a:gd name="connsiteY3" fmla="*/ 0 h 5486400"/>
              <a:gd name="connsiteX4" fmla="*/ 5289553 w 5289553"/>
              <a:gd name="connsiteY4" fmla="*/ 398317 h 5486400"/>
              <a:gd name="connsiteX5" fmla="*/ 5289553 w 5289553"/>
              <a:gd name="connsiteY5" fmla="*/ 5088083 h 5486400"/>
              <a:gd name="connsiteX6" fmla="*/ 4891236 w 5289553"/>
              <a:gd name="connsiteY6" fmla="*/ 5486400 h 5486400"/>
              <a:gd name="connsiteX7" fmla="*/ 3308279 w 5289553"/>
              <a:gd name="connsiteY7" fmla="*/ 5486400 h 5486400"/>
              <a:gd name="connsiteX8" fmla="*/ 1084119 w 5289553"/>
              <a:gd name="connsiteY8" fmla="*/ 5486400 h 5486400"/>
              <a:gd name="connsiteX9" fmla="*/ 0 w 5289553"/>
              <a:gd name="connsiteY9" fmla="*/ 5486400 h 5486400"/>
              <a:gd name="connsiteX0" fmla="*/ 0 w 5289553"/>
              <a:gd name="connsiteY0" fmla="*/ 0 h 5486400"/>
              <a:gd name="connsiteX1" fmla="*/ 3308279 w 5289553"/>
              <a:gd name="connsiteY1" fmla="*/ 0 h 5486400"/>
              <a:gd name="connsiteX2" fmla="*/ 4891236 w 5289553"/>
              <a:gd name="connsiteY2" fmla="*/ 0 h 5486400"/>
              <a:gd name="connsiteX3" fmla="*/ 5289553 w 5289553"/>
              <a:gd name="connsiteY3" fmla="*/ 398317 h 5486400"/>
              <a:gd name="connsiteX4" fmla="*/ 5289553 w 5289553"/>
              <a:gd name="connsiteY4" fmla="*/ 5088083 h 5486400"/>
              <a:gd name="connsiteX5" fmla="*/ 4891236 w 5289553"/>
              <a:gd name="connsiteY5" fmla="*/ 5486400 h 5486400"/>
              <a:gd name="connsiteX6" fmla="*/ 3308279 w 5289553"/>
              <a:gd name="connsiteY6" fmla="*/ 5486400 h 5486400"/>
              <a:gd name="connsiteX7" fmla="*/ 1084119 w 5289553"/>
              <a:gd name="connsiteY7" fmla="*/ 5486400 h 5486400"/>
              <a:gd name="connsiteX8" fmla="*/ 0 w 5289553"/>
              <a:gd name="connsiteY8" fmla="*/ 5486400 h 5486400"/>
              <a:gd name="connsiteX9" fmla="*/ 0 w 5289553"/>
              <a:gd name="connsiteY9" fmla="*/ 0 h 5486400"/>
              <a:gd name="connsiteX0" fmla="*/ 0 w 5289553"/>
              <a:gd name="connsiteY0" fmla="*/ 0 h 5486400"/>
              <a:gd name="connsiteX1" fmla="*/ 4891236 w 5289553"/>
              <a:gd name="connsiteY1" fmla="*/ 0 h 5486400"/>
              <a:gd name="connsiteX2" fmla="*/ 5289553 w 5289553"/>
              <a:gd name="connsiteY2" fmla="*/ 398317 h 5486400"/>
              <a:gd name="connsiteX3" fmla="*/ 5289553 w 5289553"/>
              <a:gd name="connsiteY3" fmla="*/ 5088083 h 5486400"/>
              <a:gd name="connsiteX4" fmla="*/ 4891236 w 5289553"/>
              <a:gd name="connsiteY4" fmla="*/ 5486400 h 5486400"/>
              <a:gd name="connsiteX5" fmla="*/ 3308279 w 5289553"/>
              <a:gd name="connsiteY5" fmla="*/ 5486400 h 5486400"/>
              <a:gd name="connsiteX6" fmla="*/ 1084119 w 5289553"/>
              <a:gd name="connsiteY6" fmla="*/ 5486400 h 5486400"/>
              <a:gd name="connsiteX7" fmla="*/ 0 w 5289553"/>
              <a:gd name="connsiteY7" fmla="*/ 5486400 h 5486400"/>
              <a:gd name="connsiteX8" fmla="*/ 0 w 5289553"/>
              <a:gd name="connsiteY8" fmla="*/ 0 h 5486400"/>
              <a:gd name="connsiteX0" fmla="*/ 0 w 5289553"/>
              <a:gd name="connsiteY0" fmla="*/ 0 h 5486400"/>
              <a:gd name="connsiteX1" fmla="*/ 4891236 w 5289553"/>
              <a:gd name="connsiteY1" fmla="*/ 0 h 5486400"/>
              <a:gd name="connsiteX2" fmla="*/ 5289553 w 5289553"/>
              <a:gd name="connsiteY2" fmla="*/ 398317 h 5486400"/>
              <a:gd name="connsiteX3" fmla="*/ 5289553 w 5289553"/>
              <a:gd name="connsiteY3" fmla="*/ 5088083 h 5486400"/>
              <a:gd name="connsiteX4" fmla="*/ 4891236 w 5289553"/>
              <a:gd name="connsiteY4" fmla="*/ 5486400 h 5486400"/>
              <a:gd name="connsiteX5" fmla="*/ 3308279 w 5289553"/>
              <a:gd name="connsiteY5" fmla="*/ 5486400 h 5486400"/>
              <a:gd name="connsiteX6" fmla="*/ 0 w 5289553"/>
              <a:gd name="connsiteY6" fmla="*/ 5486400 h 5486400"/>
              <a:gd name="connsiteX7" fmla="*/ 0 w 5289553"/>
              <a:gd name="connsiteY7" fmla="*/ 0 h 5486400"/>
              <a:gd name="connsiteX0" fmla="*/ 0 w 5289553"/>
              <a:gd name="connsiteY0" fmla="*/ 0 h 5486400"/>
              <a:gd name="connsiteX1" fmla="*/ 4891236 w 5289553"/>
              <a:gd name="connsiteY1" fmla="*/ 0 h 5486400"/>
              <a:gd name="connsiteX2" fmla="*/ 5289553 w 5289553"/>
              <a:gd name="connsiteY2" fmla="*/ 398317 h 5486400"/>
              <a:gd name="connsiteX3" fmla="*/ 5289553 w 5289553"/>
              <a:gd name="connsiteY3" fmla="*/ 5088083 h 5486400"/>
              <a:gd name="connsiteX4" fmla="*/ 4891236 w 5289553"/>
              <a:gd name="connsiteY4" fmla="*/ 5486400 h 5486400"/>
              <a:gd name="connsiteX5" fmla="*/ 0 w 5289553"/>
              <a:gd name="connsiteY5" fmla="*/ 5486400 h 5486400"/>
              <a:gd name="connsiteX6" fmla="*/ 0 w 5289553"/>
              <a:gd name="connsiteY6" fmla="*/ 0 h 54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289553" h="5486400">
                <a:moveTo>
                  <a:pt x="0" y="0"/>
                </a:moveTo>
                <a:lnTo>
                  <a:pt x="4891236" y="0"/>
                </a:lnTo>
                <a:cubicBezTo>
                  <a:pt x="5111220" y="0"/>
                  <a:pt x="5289553" y="178333"/>
                  <a:pt x="5289553" y="398317"/>
                </a:cubicBezTo>
                <a:lnTo>
                  <a:pt x="5289553" y="5088083"/>
                </a:lnTo>
                <a:cubicBezTo>
                  <a:pt x="5289553" y="5308067"/>
                  <a:pt x="5111220" y="5486400"/>
                  <a:pt x="4891236" y="5486400"/>
                </a:cubicBezTo>
                <a:lnTo>
                  <a:pt x="0" y="54864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Title 4">
            <a:extLst>
              <a:ext uri="{FF2B5EF4-FFF2-40B4-BE49-F238E27FC236}">
                <a16:creationId xmlns:a16="http://schemas.microsoft.com/office/drawing/2014/main" id="{29A19A3F-D81C-2145-8E13-C97F467C1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1700" y="1828801"/>
            <a:ext cx="2762250" cy="1142999"/>
          </a:xfrm>
        </p:spPr>
        <p:txBody>
          <a:bodyPr anchor="t"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FF48F42F-55EA-8FE8-B7B6-20C4D82B1F6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981700" y="3321162"/>
            <a:ext cx="5516032" cy="2851038"/>
          </a:xfrm>
        </p:spPr>
        <p:txBody>
          <a:bodyPr/>
          <a:lstStyle>
            <a:lvl1pPr>
              <a:defRPr sz="1600"/>
            </a:lvl1pPr>
            <a:lvl2pPr>
              <a:defRPr sz="1600">
                <a:solidFill>
                  <a:schemeClr val="tx2"/>
                </a:solidFill>
              </a:defRPr>
            </a:lvl2pPr>
            <a:lvl3pPr>
              <a:defRPr sz="1200"/>
            </a:lvl3pPr>
            <a:lvl4pPr>
              <a:defRPr sz="10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50B4D9BB-E211-A631-B329-E46ECA0471C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3" r="23"/>
          <a:stretch/>
        </p:blipFill>
        <p:spPr>
          <a:xfrm>
            <a:off x="11204049" y="6363085"/>
            <a:ext cx="597951" cy="203650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0B83CE5-FEA0-D679-29E9-FF2F6B0D95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85800" y="6292415"/>
            <a:ext cx="4375150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3577090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right - Title and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Placeholder 3">
            <a:extLst>
              <a:ext uri="{FF2B5EF4-FFF2-40B4-BE49-F238E27FC236}">
                <a16:creationId xmlns:a16="http://schemas.microsoft.com/office/drawing/2014/main" id="{E8447565-9060-F755-77E5-5041BBCA653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0661" t="8300" r="22968" b="38130"/>
          <a:stretch/>
        </p:blipFill>
        <p:spPr>
          <a:xfrm>
            <a:off x="-2" y="0"/>
            <a:ext cx="12191997" cy="6858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81F5DE9-BAA3-E7EC-8381-BB5C5DB7541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123825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662FD074-634E-E639-B840-A7D68B295A5D}"/>
              </a:ext>
            </a:extLst>
          </p:cNvPr>
          <p:cNvSpPr/>
          <p:nvPr userDrawn="1"/>
        </p:nvSpPr>
        <p:spPr>
          <a:xfrm flipH="1">
            <a:off x="4" y="0"/>
            <a:ext cx="12191996" cy="6858000"/>
          </a:xfrm>
          <a:prstGeom prst="rect">
            <a:avLst/>
          </a:prstGeom>
          <a:gradFill>
            <a:gsLst>
              <a:gs pos="100000">
                <a:schemeClr val="bg2">
                  <a:alpha val="0"/>
                </a:schemeClr>
              </a:gs>
              <a:gs pos="25000">
                <a:schemeClr val="bg2">
                  <a:alpha val="5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en-US" sz="160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7520B2E-FD08-2370-8D03-61EDE4B5D07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902451" y="685799"/>
            <a:ext cx="5289549" cy="5486401"/>
          </a:xfrm>
          <a:custGeom>
            <a:avLst/>
            <a:gdLst>
              <a:gd name="connsiteX0" fmla="*/ 1974421 w 5289549"/>
              <a:gd name="connsiteY0" fmla="*/ 0 h 5486401"/>
              <a:gd name="connsiteX1" fmla="*/ 5289549 w 5289549"/>
              <a:gd name="connsiteY1" fmla="*/ 0 h 5486401"/>
              <a:gd name="connsiteX2" fmla="*/ 5289549 w 5289549"/>
              <a:gd name="connsiteY2" fmla="*/ 5486399 h 5486401"/>
              <a:gd name="connsiteX3" fmla="*/ 4205453 w 5289549"/>
              <a:gd name="connsiteY3" fmla="*/ 5486399 h 5486401"/>
              <a:gd name="connsiteX4" fmla="*/ 4205434 w 5289549"/>
              <a:gd name="connsiteY4" fmla="*/ 5486401 h 5486401"/>
              <a:gd name="connsiteX5" fmla="*/ 398317 w 5289549"/>
              <a:gd name="connsiteY5" fmla="*/ 5486401 h 5486401"/>
              <a:gd name="connsiteX6" fmla="*/ 0 w 5289549"/>
              <a:gd name="connsiteY6" fmla="*/ 5088084 h 5486401"/>
              <a:gd name="connsiteX7" fmla="*/ 0 w 5289549"/>
              <a:gd name="connsiteY7" fmla="*/ 398318 h 5486401"/>
              <a:gd name="connsiteX8" fmla="*/ 398317 w 5289549"/>
              <a:gd name="connsiteY8" fmla="*/ 1 h 5486401"/>
              <a:gd name="connsiteX9" fmla="*/ 1974421 w 5289549"/>
              <a:gd name="connsiteY9" fmla="*/ 1 h 5486401"/>
              <a:gd name="connsiteX0" fmla="*/ 1974421 w 5289549"/>
              <a:gd name="connsiteY0" fmla="*/ 1 h 5486401"/>
              <a:gd name="connsiteX1" fmla="*/ 5289549 w 5289549"/>
              <a:gd name="connsiteY1" fmla="*/ 0 h 5486401"/>
              <a:gd name="connsiteX2" fmla="*/ 5289549 w 5289549"/>
              <a:gd name="connsiteY2" fmla="*/ 5486399 h 5486401"/>
              <a:gd name="connsiteX3" fmla="*/ 4205453 w 5289549"/>
              <a:gd name="connsiteY3" fmla="*/ 5486399 h 5486401"/>
              <a:gd name="connsiteX4" fmla="*/ 4205434 w 5289549"/>
              <a:gd name="connsiteY4" fmla="*/ 5486401 h 5486401"/>
              <a:gd name="connsiteX5" fmla="*/ 398317 w 5289549"/>
              <a:gd name="connsiteY5" fmla="*/ 5486401 h 5486401"/>
              <a:gd name="connsiteX6" fmla="*/ 0 w 5289549"/>
              <a:gd name="connsiteY6" fmla="*/ 5088084 h 5486401"/>
              <a:gd name="connsiteX7" fmla="*/ 0 w 5289549"/>
              <a:gd name="connsiteY7" fmla="*/ 398318 h 5486401"/>
              <a:gd name="connsiteX8" fmla="*/ 398317 w 5289549"/>
              <a:gd name="connsiteY8" fmla="*/ 1 h 5486401"/>
              <a:gd name="connsiteX9" fmla="*/ 1974421 w 5289549"/>
              <a:gd name="connsiteY9" fmla="*/ 1 h 5486401"/>
              <a:gd name="connsiteX0" fmla="*/ 398317 w 5289549"/>
              <a:gd name="connsiteY0" fmla="*/ 1 h 5486401"/>
              <a:gd name="connsiteX1" fmla="*/ 5289549 w 5289549"/>
              <a:gd name="connsiteY1" fmla="*/ 0 h 5486401"/>
              <a:gd name="connsiteX2" fmla="*/ 5289549 w 5289549"/>
              <a:gd name="connsiteY2" fmla="*/ 5486399 h 5486401"/>
              <a:gd name="connsiteX3" fmla="*/ 4205453 w 5289549"/>
              <a:gd name="connsiteY3" fmla="*/ 5486399 h 5486401"/>
              <a:gd name="connsiteX4" fmla="*/ 4205434 w 5289549"/>
              <a:gd name="connsiteY4" fmla="*/ 5486401 h 5486401"/>
              <a:gd name="connsiteX5" fmla="*/ 398317 w 5289549"/>
              <a:gd name="connsiteY5" fmla="*/ 5486401 h 5486401"/>
              <a:gd name="connsiteX6" fmla="*/ 0 w 5289549"/>
              <a:gd name="connsiteY6" fmla="*/ 5088084 h 5486401"/>
              <a:gd name="connsiteX7" fmla="*/ 0 w 5289549"/>
              <a:gd name="connsiteY7" fmla="*/ 398318 h 5486401"/>
              <a:gd name="connsiteX8" fmla="*/ 398317 w 5289549"/>
              <a:gd name="connsiteY8" fmla="*/ 1 h 5486401"/>
              <a:gd name="connsiteX0" fmla="*/ 398317 w 5289549"/>
              <a:gd name="connsiteY0" fmla="*/ 1 h 5515905"/>
              <a:gd name="connsiteX1" fmla="*/ 5289549 w 5289549"/>
              <a:gd name="connsiteY1" fmla="*/ 0 h 5515905"/>
              <a:gd name="connsiteX2" fmla="*/ 5289549 w 5289549"/>
              <a:gd name="connsiteY2" fmla="*/ 5486399 h 5515905"/>
              <a:gd name="connsiteX3" fmla="*/ 4205453 w 5289549"/>
              <a:gd name="connsiteY3" fmla="*/ 5486399 h 5515905"/>
              <a:gd name="connsiteX4" fmla="*/ 398317 w 5289549"/>
              <a:gd name="connsiteY4" fmla="*/ 5486401 h 5515905"/>
              <a:gd name="connsiteX5" fmla="*/ 0 w 5289549"/>
              <a:gd name="connsiteY5" fmla="*/ 5088084 h 5515905"/>
              <a:gd name="connsiteX6" fmla="*/ 0 w 5289549"/>
              <a:gd name="connsiteY6" fmla="*/ 398318 h 5515905"/>
              <a:gd name="connsiteX7" fmla="*/ 398317 w 5289549"/>
              <a:gd name="connsiteY7" fmla="*/ 1 h 5515905"/>
              <a:gd name="connsiteX0" fmla="*/ 398317 w 5289549"/>
              <a:gd name="connsiteY0" fmla="*/ 1 h 5486401"/>
              <a:gd name="connsiteX1" fmla="*/ 5289549 w 5289549"/>
              <a:gd name="connsiteY1" fmla="*/ 0 h 5486401"/>
              <a:gd name="connsiteX2" fmla="*/ 5289549 w 5289549"/>
              <a:gd name="connsiteY2" fmla="*/ 5486399 h 5486401"/>
              <a:gd name="connsiteX3" fmla="*/ 398317 w 5289549"/>
              <a:gd name="connsiteY3" fmla="*/ 5486401 h 5486401"/>
              <a:gd name="connsiteX4" fmla="*/ 0 w 5289549"/>
              <a:gd name="connsiteY4" fmla="*/ 5088084 h 5486401"/>
              <a:gd name="connsiteX5" fmla="*/ 0 w 5289549"/>
              <a:gd name="connsiteY5" fmla="*/ 398318 h 5486401"/>
              <a:gd name="connsiteX6" fmla="*/ 398317 w 5289549"/>
              <a:gd name="connsiteY6" fmla="*/ 1 h 5486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289549" h="5486401">
                <a:moveTo>
                  <a:pt x="398317" y="1"/>
                </a:moveTo>
                <a:lnTo>
                  <a:pt x="5289549" y="0"/>
                </a:lnTo>
                <a:lnTo>
                  <a:pt x="5289549" y="5486399"/>
                </a:lnTo>
                <a:lnTo>
                  <a:pt x="398317" y="5486401"/>
                </a:lnTo>
                <a:cubicBezTo>
                  <a:pt x="178333" y="5486401"/>
                  <a:pt x="0" y="5308068"/>
                  <a:pt x="0" y="5088084"/>
                </a:cubicBezTo>
                <a:lnTo>
                  <a:pt x="0" y="398318"/>
                </a:lnTo>
                <a:cubicBezTo>
                  <a:pt x="0" y="178334"/>
                  <a:pt x="178333" y="1"/>
                  <a:pt x="398317" y="1"/>
                </a:cubicBezTo>
                <a:close/>
              </a:path>
            </a:pathLst>
          </a:custGeom>
          <a:noFill/>
          <a:ln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860D6F5-3A52-2C79-3216-E774BB087339}"/>
              </a:ext>
            </a:extLst>
          </p:cNvPr>
          <p:cNvSpPr txBox="1">
            <a:spLocks/>
          </p:cNvSpPr>
          <p:nvPr userDrawn="1"/>
        </p:nvSpPr>
        <p:spPr>
          <a:xfrm>
            <a:off x="287769" y="6292415"/>
            <a:ext cx="338861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404250C-081D-1E49-AC43-BC6715A416E0}" type="slidenum">
              <a:rPr lang="en-US" sz="600" b="1" smtClean="0">
                <a:solidFill>
                  <a:schemeClr val="tx1">
                    <a:alpha val="50000"/>
                  </a:schemeClr>
                </a:solidFill>
              </a:rPr>
              <a:pPr algn="ctr"/>
              <a:t>‹#›</a:t>
            </a:fld>
            <a:endParaRPr lang="en-US" sz="600" b="1">
              <a:solidFill>
                <a:schemeClr val="tx1">
                  <a:alpha val="50000"/>
                </a:schemeClr>
              </a:solidFill>
            </a:endParaRPr>
          </a:p>
        </p:txBody>
      </p:sp>
      <p:sp>
        <p:nvSpPr>
          <p:cNvPr id="7" name="Title 4">
            <a:extLst>
              <a:ext uri="{FF2B5EF4-FFF2-40B4-BE49-F238E27FC236}">
                <a16:creationId xmlns:a16="http://schemas.microsoft.com/office/drawing/2014/main" id="{9BA030D3-65CA-C417-00B0-53AC5DAFB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828801"/>
            <a:ext cx="5516032" cy="1142999"/>
          </a:xfrm>
        </p:spPr>
        <p:txBody>
          <a:bodyPr anchor="t"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E7E0F2C0-91FA-62A6-8867-D314015641E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85800" y="3321162"/>
            <a:ext cx="5516032" cy="2851038"/>
          </a:xfrm>
        </p:spPr>
        <p:txBody>
          <a:bodyPr/>
          <a:lstStyle>
            <a:lvl1pPr>
              <a:defRPr sz="1600"/>
            </a:lvl1pPr>
            <a:lvl2pPr>
              <a:defRPr sz="1600">
                <a:solidFill>
                  <a:schemeClr val="tx2"/>
                </a:solidFill>
              </a:defRPr>
            </a:lvl2pPr>
            <a:lvl3pPr>
              <a:defRPr sz="1200"/>
            </a:lvl3pPr>
            <a:lvl4pPr>
              <a:defRPr sz="10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1436F047-0C5D-FDD1-DF2E-0339E044FF4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3" r="23"/>
          <a:stretch/>
        </p:blipFill>
        <p:spPr>
          <a:xfrm>
            <a:off x="11204049" y="6363085"/>
            <a:ext cx="597951" cy="203650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A977D1D-197B-57CC-CFA0-5CDA7923ED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85800" y="6292415"/>
            <a:ext cx="4375150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31964889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A6626292-38B2-FC03-6EBC-93CFDFBF48C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996930" cy="1541482"/>
          </a:xfrm>
          <a:prstGeom prst="rect">
            <a:avLst/>
          </a:prstGeom>
        </p:spPr>
      </p:pic>
      <p:sp>
        <p:nvSpPr>
          <p:cNvPr id="7" name="Title 4">
            <a:extLst>
              <a:ext uri="{FF2B5EF4-FFF2-40B4-BE49-F238E27FC236}">
                <a16:creationId xmlns:a16="http://schemas.microsoft.com/office/drawing/2014/main" id="{CA81D6F1-8D9C-46E4-BD06-CABD55572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828801"/>
            <a:ext cx="5516032" cy="1142999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C6C73C3A-6805-1249-8EBA-CC4ECBF31C0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85800" y="3321162"/>
            <a:ext cx="5516032" cy="2851038"/>
          </a:xfrm>
        </p:spPr>
        <p:txBody>
          <a:bodyPr/>
          <a:lstStyle>
            <a:lvl1pPr>
              <a:defRPr sz="1600"/>
            </a:lvl1pPr>
            <a:lvl2pPr>
              <a:defRPr sz="1600">
                <a:solidFill>
                  <a:schemeClr val="tx2"/>
                </a:solidFill>
              </a:defRPr>
            </a:lvl2pPr>
            <a:lvl3pPr>
              <a:defRPr sz="1200"/>
            </a:lvl3pPr>
            <a:lvl4pPr>
              <a:defRPr sz="10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56BD2A30-303B-3EB4-3C92-7B1C310A612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902451" y="685799"/>
            <a:ext cx="5289549" cy="5486401"/>
          </a:xfrm>
          <a:custGeom>
            <a:avLst/>
            <a:gdLst>
              <a:gd name="connsiteX0" fmla="*/ 1974421 w 5289549"/>
              <a:gd name="connsiteY0" fmla="*/ 0 h 5486401"/>
              <a:gd name="connsiteX1" fmla="*/ 5289549 w 5289549"/>
              <a:gd name="connsiteY1" fmla="*/ 0 h 5486401"/>
              <a:gd name="connsiteX2" fmla="*/ 5289549 w 5289549"/>
              <a:gd name="connsiteY2" fmla="*/ 5486399 h 5486401"/>
              <a:gd name="connsiteX3" fmla="*/ 4205453 w 5289549"/>
              <a:gd name="connsiteY3" fmla="*/ 5486399 h 5486401"/>
              <a:gd name="connsiteX4" fmla="*/ 4205434 w 5289549"/>
              <a:gd name="connsiteY4" fmla="*/ 5486401 h 5486401"/>
              <a:gd name="connsiteX5" fmla="*/ 398317 w 5289549"/>
              <a:gd name="connsiteY5" fmla="*/ 5486401 h 5486401"/>
              <a:gd name="connsiteX6" fmla="*/ 0 w 5289549"/>
              <a:gd name="connsiteY6" fmla="*/ 5088084 h 5486401"/>
              <a:gd name="connsiteX7" fmla="*/ 0 w 5289549"/>
              <a:gd name="connsiteY7" fmla="*/ 398318 h 5486401"/>
              <a:gd name="connsiteX8" fmla="*/ 398317 w 5289549"/>
              <a:gd name="connsiteY8" fmla="*/ 1 h 5486401"/>
              <a:gd name="connsiteX9" fmla="*/ 1974421 w 5289549"/>
              <a:gd name="connsiteY9" fmla="*/ 1 h 5486401"/>
              <a:gd name="connsiteX0" fmla="*/ 1974421 w 5289549"/>
              <a:gd name="connsiteY0" fmla="*/ 1 h 5486401"/>
              <a:gd name="connsiteX1" fmla="*/ 5289549 w 5289549"/>
              <a:gd name="connsiteY1" fmla="*/ 0 h 5486401"/>
              <a:gd name="connsiteX2" fmla="*/ 5289549 w 5289549"/>
              <a:gd name="connsiteY2" fmla="*/ 5486399 h 5486401"/>
              <a:gd name="connsiteX3" fmla="*/ 4205453 w 5289549"/>
              <a:gd name="connsiteY3" fmla="*/ 5486399 h 5486401"/>
              <a:gd name="connsiteX4" fmla="*/ 4205434 w 5289549"/>
              <a:gd name="connsiteY4" fmla="*/ 5486401 h 5486401"/>
              <a:gd name="connsiteX5" fmla="*/ 398317 w 5289549"/>
              <a:gd name="connsiteY5" fmla="*/ 5486401 h 5486401"/>
              <a:gd name="connsiteX6" fmla="*/ 0 w 5289549"/>
              <a:gd name="connsiteY6" fmla="*/ 5088084 h 5486401"/>
              <a:gd name="connsiteX7" fmla="*/ 0 w 5289549"/>
              <a:gd name="connsiteY7" fmla="*/ 398318 h 5486401"/>
              <a:gd name="connsiteX8" fmla="*/ 398317 w 5289549"/>
              <a:gd name="connsiteY8" fmla="*/ 1 h 5486401"/>
              <a:gd name="connsiteX9" fmla="*/ 1974421 w 5289549"/>
              <a:gd name="connsiteY9" fmla="*/ 1 h 5486401"/>
              <a:gd name="connsiteX0" fmla="*/ 1974421 w 5289549"/>
              <a:gd name="connsiteY0" fmla="*/ 1 h 5515905"/>
              <a:gd name="connsiteX1" fmla="*/ 5289549 w 5289549"/>
              <a:gd name="connsiteY1" fmla="*/ 0 h 5515905"/>
              <a:gd name="connsiteX2" fmla="*/ 5289549 w 5289549"/>
              <a:gd name="connsiteY2" fmla="*/ 5486399 h 5515905"/>
              <a:gd name="connsiteX3" fmla="*/ 4205453 w 5289549"/>
              <a:gd name="connsiteY3" fmla="*/ 5486399 h 5515905"/>
              <a:gd name="connsiteX4" fmla="*/ 398317 w 5289549"/>
              <a:gd name="connsiteY4" fmla="*/ 5486401 h 5515905"/>
              <a:gd name="connsiteX5" fmla="*/ 0 w 5289549"/>
              <a:gd name="connsiteY5" fmla="*/ 5088084 h 5515905"/>
              <a:gd name="connsiteX6" fmla="*/ 0 w 5289549"/>
              <a:gd name="connsiteY6" fmla="*/ 398318 h 5515905"/>
              <a:gd name="connsiteX7" fmla="*/ 398317 w 5289549"/>
              <a:gd name="connsiteY7" fmla="*/ 1 h 5515905"/>
              <a:gd name="connsiteX8" fmla="*/ 1974421 w 5289549"/>
              <a:gd name="connsiteY8" fmla="*/ 1 h 5515905"/>
              <a:gd name="connsiteX0" fmla="*/ 398317 w 5289549"/>
              <a:gd name="connsiteY0" fmla="*/ 1 h 5515905"/>
              <a:gd name="connsiteX1" fmla="*/ 5289549 w 5289549"/>
              <a:gd name="connsiteY1" fmla="*/ 0 h 5515905"/>
              <a:gd name="connsiteX2" fmla="*/ 5289549 w 5289549"/>
              <a:gd name="connsiteY2" fmla="*/ 5486399 h 5515905"/>
              <a:gd name="connsiteX3" fmla="*/ 4205453 w 5289549"/>
              <a:gd name="connsiteY3" fmla="*/ 5486399 h 5515905"/>
              <a:gd name="connsiteX4" fmla="*/ 398317 w 5289549"/>
              <a:gd name="connsiteY4" fmla="*/ 5486401 h 5515905"/>
              <a:gd name="connsiteX5" fmla="*/ 0 w 5289549"/>
              <a:gd name="connsiteY5" fmla="*/ 5088084 h 5515905"/>
              <a:gd name="connsiteX6" fmla="*/ 0 w 5289549"/>
              <a:gd name="connsiteY6" fmla="*/ 398318 h 5515905"/>
              <a:gd name="connsiteX7" fmla="*/ 398317 w 5289549"/>
              <a:gd name="connsiteY7" fmla="*/ 1 h 5515905"/>
              <a:gd name="connsiteX0" fmla="*/ 398317 w 5289549"/>
              <a:gd name="connsiteY0" fmla="*/ 1 h 5486401"/>
              <a:gd name="connsiteX1" fmla="*/ 5289549 w 5289549"/>
              <a:gd name="connsiteY1" fmla="*/ 0 h 5486401"/>
              <a:gd name="connsiteX2" fmla="*/ 5289549 w 5289549"/>
              <a:gd name="connsiteY2" fmla="*/ 5486399 h 5486401"/>
              <a:gd name="connsiteX3" fmla="*/ 398317 w 5289549"/>
              <a:gd name="connsiteY3" fmla="*/ 5486401 h 5486401"/>
              <a:gd name="connsiteX4" fmla="*/ 0 w 5289549"/>
              <a:gd name="connsiteY4" fmla="*/ 5088084 h 5486401"/>
              <a:gd name="connsiteX5" fmla="*/ 0 w 5289549"/>
              <a:gd name="connsiteY5" fmla="*/ 398318 h 5486401"/>
              <a:gd name="connsiteX6" fmla="*/ 398317 w 5289549"/>
              <a:gd name="connsiteY6" fmla="*/ 1 h 5486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289549" h="5486401">
                <a:moveTo>
                  <a:pt x="398317" y="1"/>
                </a:moveTo>
                <a:lnTo>
                  <a:pt x="5289549" y="0"/>
                </a:lnTo>
                <a:lnTo>
                  <a:pt x="5289549" y="5486399"/>
                </a:lnTo>
                <a:lnTo>
                  <a:pt x="398317" y="5486401"/>
                </a:lnTo>
                <a:cubicBezTo>
                  <a:pt x="178333" y="5486401"/>
                  <a:pt x="0" y="5308068"/>
                  <a:pt x="0" y="5088084"/>
                </a:cubicBezTo>
                <a:lnTo>
                  <a:pt x="0" y="398318"/>
                </a:lnTo>
                <a:cubicBezTo>
                  <a:pt x="0" y="178334"/>
                  <a:pt x="178333" y="1"/>
                  <a:pt x="398317" y="1"/>
                </a:cubicBezTo>
                <a:close/>
              </a:path>
            </a:pathLst>
          </a:custGeom>
          <a:noFill/>
          <a:ln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391AF261-87D0-D6B2-D50E-496A90B683AF}"/>
              </a:ext>
            </a:extLst>
          </p:cNvPr>
          <p:cNvSpPr txBox="1">
            <a:spLocks/>
          </p:cNvSpPr>
          <p:nvPr userDrawn="1"/>
        </p:nvSpPr>
        <p:spPr>
          <a:xfrm>
            <a:off x="287769" y="6292415"/>
            <a:ext cx="338861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404250C-081D-1E49-AC43-BC6715A416E0}" type="slidenum">
              <a:rPr lang="en-US" sz="600" b="1" smtClean="0">
                <a:solidFill>
                  <a:schemeClr val="tx1">
                    <a:alpha val="50000"/>
                  </a:schemeClr>
                </a:solidFill>
              </a:rPr>
              <a:pPr algn="ctr"/>
              <a:t>‹#›</a:t>
            </a:fld>
            <a:endParaRPr lang="en-US" sz="600" b="1">
              <a:solidFill>
                <a:schemeClr val="tx1">
                  <a:alpha val="50000"/>
                </a:schemeClr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250711E5-F1D4-2B99-2D05-BEB0D8DBA2F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5800" y="1374100"/>
            <a:ext cx="5513916" cy="2286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1" cap="all" spc="300" baseline="0">
                <a:solidFill>
                  <a:schemeClr val="accent4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Supertitle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A5884D-B712-8DF3-FE8F-EEF293564D1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685800" y="6292415"/>
            <a:ext cx="4375150" cy="274320"/>
          </a:xfrm>
        </p:spPr>
        <p:txBody>
          <a:bodyPr/>
          <a:lstStyle/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87895107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Imag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D17D98B-0293-FD48-8EAC-B510A52962A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noFill/>
          <a:ln>
            <a:noFill/>
          </a:ln>
        </p:spPr>
        <p:txBody>
          <a:bodyPr>
            <a:normAutofit/>
          </a:bodyPr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B01DDC1B-11B9-BB90-1D8D-02977EBD38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85800" y="6292415"/>
            <a:ext cx="4375150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13024403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25" descr="A city with lights at sunset&#10;&#10;Description automatically generated with medium confidence">
            <a:extLst>
              <a:ext uri="{FF2B5EF4-FFF2-40B4-BE49-F238E27FC236}">
                <a16:creationId xmlns:a16="http://schemas.microsoft.com/office/drawing/2014/main" id="{59B4E70D-A710-912D-7D76-75D953CCBFC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ECFF69E8-5C82-1662-A367-651309DE8594}"/>
              </a:ext>
            </a:extLst>
          </p:cNvPr>
          <p:cNvSpPr txBox="1">
            <a:spLocks/>
          </p:cNvSpPr>
          <p:nvPr userDrawn="1"/>
        </p:nvSpPr>
        <p:spPr>
          <a:xfrm>
            <a:off x="0" y="0"/>
            <a:ext cx="12188951" cy="6858000"/>
          </a:xfrm>
          <a:prstGeom prst="rect">
            <a:avLst/>
          </a:prstGeom>
          <a:solidFill>
            <a:schemeClr val="accent1">
              <a:alpha val="5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ptos" panose="020B0004020202020204" pitchFamily="34" charset="0"/>
              <a:buNone/>
              <a:defRPr sz="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0375" indent="-233363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 typeface="Aptos" panose="020B000402020202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5475" indent="-1651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 typeface="Aptos" panose="020B0004020202020204" pitchFamily="34" charset="0"/>
              <a:buChar char="−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8513" indent="-173038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 typeface="Aptos" panose="020B0004020202020204" pitchFamily="34" charset="0"/>
              <a:buChar char="−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69963" indent="-17145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 typeface="Aptos" panose="020B0004020202020204" pitchFamily="34" charset="0"/>
              <a:buChar char="−"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0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0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0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0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DC75D32-1655-DC1D-B7E8-66AA9FF5912F}"/>
              </a:ext>
            </a:extLst>
          </p:cNvPr>
          <p:cNvSpPr/>
          <p:nvPr userDrawn="1"/>
        </p:nvSpPr>
        <p:spPr>
          <a:xfrm>
            <a:off x="4099990" y="0"/>
            <a:ext cx="8092010" cy="6858000"/>
          </a:xfrm>
          <a:custGeom>
            <a:avLst/>
            <a:gdLst>
              <a:gd name="connsiteX0" fmla="*/ 5037612 w 8092010"/>
              <a:gd name="connsiteY0" fmla="*/ 0 h 6858000"/>
              <a:gd name="connsiteX1" fmla="*/ 8092010 w 8092010"/>
              <a:gd name="connsiteY1" fmla="*/ 0 h 6858000"/>
              <a:gd name="connsiteX2" fmla="*/ 8092010 w 8092010"/>
              <a:gd name="connsiteY2" fmla="*/ 6858000 h 6858000"/>
              <a:gd name="connsiteX3" fmla="*/ 0 w 809201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92010" h="6858000">
                <a:moveTo>
                  <a:pt x="5037612" y="0"/>
                </a:moveTo>
                <a:lnTo>
                  <a:pt x="8092010" y="0"/>
                </a:lnTo>
                <a:lnTo>
                  <a:pt x="809201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EF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</a:pPr>
            <a:endParaRPr lang="en-US" sz="160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AFB73E53-8C8E-60A4-D4BF-D565E134037E}"/>
              </a:ext>
            </a:extLst>
          </p:cNvPr>
          <p:cNvSpPr/>
          <p:nvPr userDrawn="1"/>
        </p:nvSpPr>
        <p:spPr>
          <a:xfrm flipH="1">
            <a:off x="4080175" y="3717759"/>
            <a:ext cx="6006912" cy="3140241"/>
          </a:xfrm>
          <a:custGeom>
            <a:avLst/>
            <a:gdLst>
              <a:gd name="connsiteX0" fmla="*/ 97301 w 6006912"/>
              <a:gd name="connsiteY0" fmla="*/ 0 h 3140241"/>
              <a:gd name="connsiteX1" fmla="*/ 19809 w 6006912"/>
              <a:gd name="connsiteY1" fmla="*/ 154985 h 3140241"/>
              <a:gd name="connsiteX2" fmla="*/ 2258738 w 6006912"/>
              <a:gd name="connsiteY2" fmla="*/ 3140241 h 3140241"/>
              <a:gd name="connsiteX3" fmla="*/ 6006912 w 6006912"/>
              <a:gd name="connsiteY3" fmla="*/ 3140241 h 3140241"/>
              <a:gd name="connsiteX4" fmla="*/ 3713986 w 6006912"/>
              <a:gd name="connsiteY4" fmla="*/ 81143 h 3140241"/>
              <a:gd name="connsiteX5" fmla="*/ 3559002 w 6006912"/>
              <a:gd name="connsiteY5" fmla="*/ 3651 h 3140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06912" h="3140241">
                <a:moveTo>
                  <a:pt x="97301" y="0"/>
                </a:moveTo>
                <a:cubicBezTo>
                  <a:pt x="17071" y="0"/>
                  <a:pt x="-28519" y="91163"/>
                  <a:pt x="19809" y="154985"/>
                </a:cubicBezTo>
                <a:lnTo>
                  <a:pt x="2258738" y="3140241"/>
                </a:lnTo>
                <a:lnTo>
                  <a:pt x="6006912" y="3140241"/>
                </a:lnTo>
                <a:lnTo>
                  <a:pt x="3713986" y="81143"/>
                </a:lnTo>
                <a:cubicBezTo>
                  <a:pt x="3677521" y="31903"/>
                  <a:pt x="3620087" y="3651"/>
                  <a:pt x="3559002" y="3651"/>
                </a:cubicBezTo>
                <a:close/>
              </a:path>
            </a:pathLst>
          </a:custGeom>
          <a:gradFill flip="none" rotWithShape="1">
            <a:gsLst>
              <a:gs pos="100000">
                <a:srgbClr val="FF001F"/>
              </a:gs>
              <a:gs pos="0">
                <a:schemeClr val="accent4"/>
              </a:gs>
            </a:gsLst>
            <a:lin ang="18900000" scaled="1"/>
            <a:tileRect/>
          </a:gra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EAB5A05-6D71-315F-AEF7-D423F151536D}"/>
              </a:ext>
            </a:extLst>
          </p:cNvPr>
          <p:cNvSpPr/>
          <p:nvPr userDrawn="1"/>
        </p:nvSpPr>
        <p:spPr>
          <a:xfrm>
            <a:off x="1377950" y="1070811"/>
            <a:ext cx="9442450" cy="4716378"/>
          </a:xfrm>
          <a:prstGeom prst="roundRect">
            <a:avLst>
              <a:gd name="adj" fmla="val 4064"/>
            </a:avLst>
          </a:prstGeom>
          <a:solidFill>
            <a:schemeClr val="bg1"/>
          </a:solidFill>
          <a:ln>
            <a:noFill/>
          </a:ln>
          <a:effectLst>
            <a:outerShdw blurRad="635000" algn="ctr" rotWithShape="0">
              <a:schemeClr val="accent2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en-US" sz="16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63BC2D-F2CC-F241-64FC-AF430DF20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1701" y="2525086"/>
            <a:ext cx="4345148" cy="6400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69824887-7F01-7EA0-6C0C-D2DC589B8A8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981699" y="3247588"/>
            <a:ext cx="4345149" cy="1495862"/>
          </a:xfrm>
        </p:spPr>
        <p:txBody>
          <a:bodyPr/>
          <a:lstStyle>
            <a:lvl1pPr>
              <a:spcBef>
                <a:spcPts val="600"/>
              </a:spcBef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06E29092-489C-BAE1-3EF9-BFF9A51C80F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527301" y="3115554"/>
            <a:ext cx="1841499" cy="626891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F68FD1B-C1B2-4019-E78E-2850696565BB}"/>
              </a:ext>
            </a:extLst>
          </p:cNvPr>
          <p:cNvCxnSpPr>
            <a:cxnSpLocks/>
          </p:cNvCxnSpPr>
          <p:nvPr userDrawn="1"/>
        </p:nvCxnSpPr>
        <p:spPr>
          <a:xfrm>
            <a:off x="5293453" y="1885950"/>
            <a:ext cx="0" cy="3086100"/>
          </a:xfrm>
          <a:prstGeom prst="line">
            <a:avLst/>
          </a:prstGeom>
          <a:ln w="9525" cap="flat">
            <a:solidFill>
              <a:schemeClr val="tx1">
                <a:alpha val="2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7FE3B2CF-EC15-EE19-351E-995237C7D2B3}"/>
              </a:ext>
            </a:extLst>
          </p:cNvPr>
          <p:cNvSpPr txBox="1">
            <a:spLocks/>
          </p:cNvSpPr>
          <p:nvPr userDrawn="1"/>
        </p:nvSpPr>
        <p:spPr>
          <a:xfrm>
            <a:off x="287769" y="6292415"/>
            <a:ext cx="338861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404250C-081D-1E49-AC43-BC6715A416E0}" type="slidenum">
              <a:rPr lang="en-US" sz="600" b="1" smtClean="0">
                <a:solidFill>
                  <a:schemeClr val="bg1">
                    <a:alpha val="50000"/>
                  </a:schemeClr>
                </a:solidFill>
              </a:rPr>
              <a:pPr algn="ctr"/>
              <a:t>‹#›</a:t>
            </a:fld>
            <a:endParaRPr lang="en-US" sz="600" b="1">
              <a:solidFill>
                <a:schemeClr val="bg1">
                  <a:alpha val="50000"/>
                </a:schemeClr>
              </a:solidFill>
            </a:endParaRP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EE0C8BFA-61D2-3E9E-8135-F5D89D8D92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85800" y="6292415"/>
            <a:ext cx="4375150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39180755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72">
          <p15:clr>
            <a:srgbClr val="5ACBF0"/>
          </p15:clr>
        </p15:guide>
        <p15:guide id="2" orient="horz" pos="3648">
          <p15:clr>
            <a:srgbClr val="5ACBF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0E1833C-3D78-394C-0D88-94B6F6B14E9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238250"/>
          </a:xfrm>
          <a:prstGeom prst="rect">
            <a:avLst/>
          </a:prstGeom>
        </p:spPr>
      </p:pic>
      <p:pic>
        <p:nvPicPr>
          <p:cNvPr id="5" name="Picture Placeholder 3">
            <a:extLst>
              <a:ext uri="{FF2B5EF4-FFF2-40B4-BE49-F238E27FC236}">
                <a16:creationId xmlns:a16="http://schemas.microsoft.com/office/drawing/2014/main" id="{51B70C90-F65D-A293-08E3-DF9EF080C6A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0661" t="11162" r="22968" b="35268"/>
          <a:stretch/>
        </p:blipFill>
        <p:spPr>
          <a:xfrm>
            <a:off x="-2" y="0"/>
            <a:ext cx="12191997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20A1814-41A9-E3CE-7FCD-B65BA7166522}"/>
              </a:ext>
            </a:extLst>
          </p:cNvPr>
          <p:cNvSpPr/>
          <p:nvPr userDrawn="1"/>
        </p:nvSpPr>
        <p:spPr>
          <a:xfrm flipH="1">
            <a:off x="4" y="0"/>
            <a:ext cx="12191996" cy="6858000"/>
          </a:xfrm>
          <a:prstGeom prst="rect">
            <a:avLst/>
          </a:prstGeom>
          <a:gradFill>
            <a:gsLst>
              <a:gs pos="100000">
                <a:schemeClr val="bg2">
                  <a:alpha val="0"/>
                </a:schemeClr>
              </a:gs>
              <a:gs pos="25000">
                <a:schemeClr val="bg2">
                  <a:alpha val="5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en-US" sz="160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07E05240-C131-FC24-71F9-812D1C80900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3" r="13"/>
          <a:stretch/>
        </p:blipFill>
        <p:spPr>
          <a:xfrm>
            <a:off x="2336410" y="2971800"/>
            <a:ext cx="2685372" cy="914400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78BA307-0E63-0661-DB80-75814F668BC8}"/>
              </a:ext>
            </a:extLst>
          </p:cNvPr>
          <p:cNvCxnSpPr>
            <a:cxnSpLocks/>
          </p:cNvCxnSpPr>
          <p:nvPr userDrawn="1"/>
        </p:nvCxnSpPr>
        <p:spPr>
          <a:xfrm>
            <a:off x="5981700" y="1885950"/>
            <a:ext cx="0" cy="3086100"/>
          </a:xfrm>
          <a:prstGeom prst="line">
            <a:avLst/>
          </a:prstGeom>
          <a:ln w="9525" cap="flat">
            <a:solidFill>
              <a:schemeClr val="tx1">
                <a:alpha val="2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itle 1">
            <a:extLst>
              <a:ext uri="{FF2B5EF4-FFF2-40B4-BE49-F238E27FC236}">
                <a16:creationId xmlns:a16="http://schemas.microsoft.com/office/drawing/2014/main" id="{81DDEB7D-EEBA-A883-78AC-3E24FCF55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2451" y="2525086"/>
            <a:ext cx="4603748" cy="640080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Click to edit Master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EE74310A-0961-9EDA-5CC4-D20C7B07CF9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902451" y="3247588"/>
            <a:ext cx="4603749" cy="1495862"/>
          </a:xfrm>
        </p:spPr>
        <p:txBody>
          <a:bodyPr/>
          <a:lstStyle>
            <a:lvl1pPr>
              <a:spcBef>
                <a:spcPts val="600"/>
              </a:spcBef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36A5A6B-20C2-67C1-7FB6-2056F6EBE8AB}"/>
              </a:ext>
            </a:extLst>
          </p:cNvPr>
          <p:cNvSpPr txBox="1">
            <a:spLocks/>
          </p:cNvSpPr>
          <p:nvPr userDrawn="1"/>
        </p:nvSpPr>
        <p:spPr>
          <a:xfrm>
            <a:off x="287769" y="6292415"/>
            <a:ext cx="338861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404250C-081D-1E49-AC43-BC6715A416E0}" type="slidenum">
              <a:rPr lang="en-US" sz="600" b="1" smtClean="0">
                <a:solidFill>
                  <a:schemeClr val="tx1">
                    <a:alpha val="50000"/>
                  </a:schemeClr>
                </a:solidFill>
              </a:rPr>
              <a:pPr algn="ctr"/>
              <a:t>‹#›</a:t>
            </a:fld>
            <a:endParaRPr lang="en-US" sz="600" b="1">
              <a:solidFill>
                <a:schemeClr val="tx1">
                  <a:alpha val="50000"/>
                </a:schemeClr>
              </a:solidFill>
            </a:endParaRP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3C6ADED7-FE7A-D94F-921B-14C9EDA0D7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85800" y="6292415"/>
            <a:ext cx="4375150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35139663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76C7F-39C5-1F4F-B79F-995E3E407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1600200"/>
            <a:ext cx="8978899" cy="653901"/>
          </a:xfrm>
        </p:spPr>
        <p:txBody>
          <a:bodyPr lIns="0" tIns="0" rIns="0" bIns="0" anchor="b" anchorCtr="0">
            <a:noAutofit/>
          </a:bodyPr>
          <a:lstStyle>
            <a:lvl1pPr algn="l">
              <a:defRPr sz="3600" spc="-1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F749A5F2-2C70-9C4A-BC23-B44224EA61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85800" y="2743199"/>
            <a:ext cx="2606040" cy="467833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2800" b="1" cap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1176D704-821C-634B-9A90-F6F24A1BBD7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85800" y="3429000"/>
            <a:ext cx="2606040" cy="27432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add text here</a:t>
            </a:r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A4CB21C0-27A8-5440-8DF9-7AE05CEC208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67072" y="2743199"/>
            <a:ext cx="2606040" cy="467833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2800" b="1" cap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</a:t>
            </a:r>
          </a:p>
        </p:txBody>
      </p:sp>
      <p:sp>
        <p:nvSpPr>
          <p:cNvPr id="27" name="Text Placeholder 24">
            <a:extLst>
              <a:ext uri="{FF2B5EF4-FFF2-40B4-BE49-F238E27FC236}">
                <a16:creationId xmlns:a16="http://schemas.microsoft.com/office/drawing/2014/main" id="{2C838E0B-2A93-A245-9A1B-80FCA0F64EE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67072" y="3429000"/>
            <a:ext cx="2606040" cy="27432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add text here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1105A270-B337-C14A-895F-7E7EDA72663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048345" y="2743199"/>
            <a:ext cx="2606040" cy="467833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2800" b="1" cap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</a:t>
            </a:r>
          </a:p>
        </p:txBody>
      </p:sp>
      <p:sp>
        <p:nvSpPr>
          <p:cNvPr id="29" name="Text Placeholder 24">
            <a:extLst>
              <a:ext uri="{FF2B5EF4-FFF2-40B4-BE49-F238E27FC236}">
                <a16:creationId xmlns:a16="http://schemas.microsoft.com/office/drawing/2014/main" id="{88D0A9B6-923B-FE42-9644-7D605F53829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048345" y="3429000"/>
            <a:ext cx="2606040" cy="27432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add text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8328FC-80BB-3E9E-472C-0255020B0EE9}"/>
              </a:ext>
            </a:extLst>
          </p:cNvPr>
          <p:cNvSpPr txBox="1">
            <a:spLocks/>
          </p:cNvSpPr>
          <p:nvPr userDrawn="1"/>
        </p:nvSpPr>
        <p:spPr>
          <a:xfrm>
            <a:off x="287769" y="6292415"/>
            <a:ext cx="338861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404250C-081D-1E49-AC43-BC6715A416E0}" type="slidenum">
              <a:rPr lang="en-US" sz="600" b="1" smtClean="0">
                <a:solidFill>
                  <a:schemeClr val="tx1">
                    <a:alpha val="50000"/>
                  </a:schemeClr>
                </a:solidFill>
              </a:rPr>
              <a:pPr algn="ctr"/>
              <a:t>‹#›</a:t>
            </a:fld>
            <a:endParaRPr lang="en-US" sz="600" b="1">
              <a:solidFill>
                <a:schemeClr val="tx1">
                  <a:alpha val="50000"/>
                </a:scheme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1743B7-2DB9-10B0-0543-EF78BF8221A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292415"/>
            <a:ext cx="4375150" cy="274320"/>
          </a:xfrm>
        </p:spPr>
        <p:txBody>
          <a:bodyPr/>
          <a:lstStyle/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23930106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5ACBF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HX Blue Statement Supp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5" descr="A close up of lights&#10;&#10;Description automatically generated">
            <a:extLst>
              <a:ext uri="{FF2B5EF4-FFF2-40B4-BE49-F238E27FC236}">
                <a16:creationId xmlns:a16="http://schemas.microsoft.com/office/drawing/2014/main" id="{3A794868-1FA6-8F06-14FC-1AF16066E4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814050" y="0"/>
            <a:ext cx="1376426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DA76C7F-39C5-1F4F-B79F-995E3E407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85801"/>
            <a:ext cx="9207500" cy="2057400"/>
          </a:xfrm>
        </p:spPr>
        <p:txBody>
          <a:bodyPr lIns="0" tIns="0" rIns="0" bIns="0" anchor="b" anchorCtr="0">
            <a:noAutofit/>
          </a:bodyPr>
          <a:lstStyle>
            <a:lvl1pPr algn="l">
              <a:defRPr sz="3600" spc="-1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F749A5F2-2C70-9C4A-BC23-B44224EA61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85800" y="3176337"/>
            <a:ext cx="2533649" cy="709863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cap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Title Or Delete This Box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1176D704-821C-634B-9A90-F6F24A1BBD7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85800" y="4114799"/>
            <a:ext cx="2533649" cy="205740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add text here</a:t>
            </a:r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A4CB21C0-27A8-5440-8DF9-7AE05CEC208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40201" y="3176337"/>
            <a:ext cx="2533649" cy="709863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cap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Title Or Delete This Box</a:t>
            </a:r>
          </a:p>
        </p:txBody>
      </p:sp>
      <p:sp>
        <p:nvSpPr>
          <p:cNvPr id="27" name="Text Placeholder 24">
            <a:extLst>
              <a:ext uri="{FF2B5EF4-FFF2-40B4-BE49-F238E27FC236}">
                <a16:creationId xmlns:a16="http://schemas.microsoft.com/office/drawing/2014/main" id="{2C838E0B-2A93-A245-9A1B-80FCA0F64EE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140201" y="4114799"/>
            <a:ext cx="2533649" cy="205740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add text here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1105A270-B337-C14A-895F-7E7EDA72663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95938" y="3176337"/>
            <a:ext cx="2533649" cy="709863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cap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Title Or Delete This Box</a:t>
            </a:r>
          </a:p>
        </p:txBody>
      </p:sp>
      <p:sp>
        <p:nvSpPr>
          <p:cNvPr id="29" name="Text Placeholder 24">
            <a:extLst>
              <a:ext uri="{FF2B5EF4-FFF2-40B4-BE49-F238E27FC236}">
                <a16:creationId xmlns:a16="http://schemas.microsoft.com/office/drawing/2014/main" id="{88D0A9B6-923B-FE42-9644-7D605F53829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595938" y="4114799"/>
            <a:ext cx="2533649" cy="205740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add text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8328FC-80BB-3E9E-472C-0255020B0EE9}"/>
              </a:ext>
            </a:extLst>
          </p:cNvPr>
          <p:cNvSpPr txBox="1">
            <a:spLocks/>
          </p:cNvSpPr>
          <p:nvPr userDrawn="1"/>
        </p:nvSpPr>
        <p:spPr>
          <a:xfrm>
            <a:off x="287769" y="6292415"/>
            <a:ext cx="338861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404250C-081D-1E49-AC43-BC6715A416E0}" type="slidenum">
              <a:rPr lang="en-US" sz="600" b="1" smtClean="0">
                <a:solidFill>
                  <a:schemeClr val="tx1">
                    <a:alpha val="50000"/>
                  </a:schemeClr>
                </a:solidFill>
              </a:rPr>
              <a:pPr algn="ctr"/>
              <a:t>‹#›</a:t>
            </a:fld>
            <a:endParaRPr lang="en-US" sz="600" b="1">
              <a:solidFill>
                <a:schemeClr val="tx1">
                  <a:alpha val="50000"/>
                </a:schemeClr>
              </a:solidFill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C104413-0778-F84E-13DE-914C400D471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3" r="23"/>
          <a:stretch/>
        </p:blipFill>
        <p:spPr>
          <a:xfrm>
            <a:off x="11204049" y="6363085"/>
            <a:ext cx="597951" cy="203650"/>
          </a:xfrm>
          <a:prstGeom prst="rect">
            <a:avLst/>
          </a:prstGeom>
        </p:spPr>
      </p:pic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275C8F39-06C9-63A3-4E0E-C3D3EB2838F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292415"/>
            <a:ext cx="4375150" cy="274320"/>
          </a:xfrm>
        </p:spPr>
        <p:txBody>
          <a:bodyPr/>
          <a:lstStyle/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93197396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Blue Statement Suppor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5" descr="A close up of lights&#10;&#10;Description automatically generated">
            <a:extLst>
              <a:ext uri="{FF2B5EF4-FFF2-40B4-BE49-F238E27FC236}">
                <a16:creationId xmlns:a16="http://schemas.microsoft.com/office/drawing/2014/main" id="{16FF29C9-3120-6191-0033-94FBDF76EAA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814050" y="0"/>
            <a:ext cx="1376426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DA76C7F-39C5-1F4F-B79F-995E3E407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685801"/>
            <a:ext cx="9207500" cy="2057400"/>
          </a:xfrm>
        </p:spPr>
        <p:txBody>
          <a:bodyPr lIns="0" tIns="0" rIns="0" bIns="0" anchor="b" anchorCtr="0">
            <a:noAutofit/>
          </a:bodyPr>
          <a:lstStyle>
            <a:lvl1pPr algn="l">
              <a:defRPr sz="36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F749A5F2-2C70-9C4A-BC23-B44224EA61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85800" y="3314700"/>
            <a:ext cx="2533650" cy="571500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cap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Title Or Delete This Box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1176D704-821C-634B-9A90-F6F24A1BBD7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85800" y="4114799"/>
            <a:ext cx="2533650" cy="2057401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add text here</a:t>
            </a:r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A4CB21C0-27A8-5440-8DF9-7AE05CEC208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40200" y="3314700"/>
            <a:ext cx="2532125" cy="571500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cap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Title Or Delete This Box</a:t>
            </a:r>
          </a:p>
        </p:txBody>
      </p:sp>
      <p:sp>
        <p:nvSpPr>
          <p:cNvPr id="27" name="Text Placeholder 24">
            <a:extLst>
              <a:ext uri="{FF2B5EF4-FFF2-40B4-BE49-F238E27FC236}">
                <a16:creationId xmlns:a16="http://schemas.microsoft.com/office/drawing/2014/main" id="{2C838E0B-2A93-A245-9A1B-80FCA0F64EE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140200" y="4114799"/>
            <a:ext cx="2532125" cy="2057401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add text here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1105A270-B337-C14A-895F-7E7EDA72663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94602" y="3314700"/>
            <a:ext cx="2532126" cy="571500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cap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Title Or Delete This Box</a:t>
            </a:r>
          </a:p>
        </p:txBody>
      </p:sp>
      <p:sp>
        <p:nvSpPr>
          <p:cNvPr id="29" name="Text Placeholder 24">
            <a:extLst>
              <a:ext uri="{FF2B5EF4-FFF2-40B4-BE49-F238E27FC236}">
                <a16:creationId xmlns:a16="http://schemas.microsoft.com/office/drawing/2014/main" id="{88D0A9B6-923B-FE42-9644-7D605F53829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594602" y="4114799"/>
            <a:ext cx="2532126" cy="2057401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add text here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5B0DD014-7B81-8F12-F16E-82482B6FABD5}"/>
              </a:ext>
            </a:extLst>
          </p:cNvPr>
          <p:cNvSpPr txBox="1">
            <a:spLocks/>
          </p:cNvSpPr>
          <p:nvPr userDrawn="1"/>
        </p:nvSpPr>
        <p:spPr>
          <a:xfrm>
            <a:off x="287769" y="6292415"/>
            <a:ext cx="338861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404250C-081D-1E49-AC43-BC6715A416E0}" type="slidenum">
              <a:rPr lang="en-US" sz="600" b="1" smtClean="0">
                <a:solidFill>
                  <a:schemeClr val="tx1">
                    <a:alpha val="50000"/>
                  </a:schemeClr>
                </a:solidFill>
              </a:rPr>
              <a:pPr algn="ctr"/>
              <a:t>‹#›</a:t>
            </a:fld>
            <a:endParaRPr lang="en-US" sz="600" b="1">
              <a:solidFill>
                <a:schemeClr val="tx1">
                  <a:alpha val="50000"/>
                </a:schemeClr>
              </a:solidFill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B7DBA450-4943-8DC6-5A12-B985768DA59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3" r="23"/>
          <a:stretch/>
        </p:blipFill>
        <p:spPr>
          <a:xfrm>
            <a:off x="11204049" y="6363085"/>
            <a:ext cx="597951" cy="203650"/>
          </a:xfrm>
          <a:prstGeom prst="rect">
            <a:avLst/>
          </a:prstGeom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C5C899C-795E-3FB2-2586-25A1C7D24D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85800" y="6292415"/>
            <a:ext cx="4375150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23213325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BA32F62-3AA6-5CE5-AAB5-CB2CB0906B8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2382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2E6590-BFA9-114D-A48C-D6A25D57DC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7950" y="2480996"/>
            <a:ext cx="5753100" cy="2091003"/>
          </a:xfrm>
        </p:spPr>
        <p:txBody>
          <a:bodyPr wrap="square" lIns="0" tIns="0" rIns="0" bIns="0" anchor="t" anchorCtr="0">
            <a:noAutofit/>
          </a:bodyPr>
          <a:lstStyle>
            <a:lvl1pPr algn="l">
              <a:lnSpc>
                <a:spcPct val="120000"/>
              </a:lnSpc>
              <a:defRPr sz="2000" b="0" spc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Impactful quote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4BC7934-114D-11E8-9F77-7C5B28779907}"/>
              </a:ext>
            </a:extLst>
          </p:cNvPr>
          <p:cNvGrpSpPr/>
          <p:nvPr userDrawn="1"/>
        </p:nvGrpSpPr>
        <p:grpSpPr>
          <a:xfrm>
            <a:off x="7456900" y="685799"/>
            <a:ext cx="4733576" cy="5486402"/>
            <a:chOff x="7456900" y="685799"/>
            <a:chExt cx="4733576" cy="5486402"/>
          </a:xfrm>
        </p:grpSpPr>
        <p:pic>
          <p:nvPicPr>
            <p:cNvPr id="7" name="Picture 6" descr="A close up of lights&#10;&#10;Description automatically generated">
              <a:extLst>
                <a:ext uri="{FF2B5EF4-FFF2-40B4-BE49-F238E27FC236}">
                  <a16:creationId xmlns:a16="http://schemas.microsoft.com/office/drawing/2014/main" id="{6911EAB2-5315-AB6B-ABE1-B7456C1319C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456900" y="685800"/>
              <a:ext cx="4733576" cy="5486401"/>
            </a:xfrm>
            <a:custGeom>
              <a:avLst/>
              <a:gdLst>
                <a:gd name="connsiteX0" fmla="*/ 3598734 w 4733576"/>
                <a:gd name="connsiteY0" fmla="*/ 3075118 h 5486401"/>
                <a:gd name="connsiteX1" fmla="*/ 3626424 w 4733576"/>
                <a:gd name="connsiteY1" fmla="*/ 3089109 h 5486401"/>
                <a:gd name="connsiteX2" fmla="*/ 4733576 w 4733576"/>
                <a:gd name="connsiteY2" fmla="*/ 4565387 h 5486401"/>
                <a:gd name="connsiteX3" fmla="*/ 4733576 w 4733576"/>
                <a:gd name="connsiteY3" fmla="*/ 5486401 h 5486401"/>
                <a:gd name="connsiteX4" fmla="*/ 4117061 w 4733576"/>
                <a:gd name="connsiteY4" fmla="*/ 5486401 h 5486401"/>
                <a:gd name="connsiteX5" fmla="*/ 4061450 w 4733576"/>
                <a:gd name="connsiteY5" fmla="*/ 5458587 h 5486401"/>
                <a:gd name="connsiteX6" fmla="*/ 2942132 w 4733576"/>
                <a:gd name="connsiteY6" fmla="*/ 3968669 h 5486401"/>
                <a:gd name="connsiteX7" fmla="*/ 2942132 w 4733576"/>
                <a:gd name="connsiteY7" fmla="*/ 3927123 h 5486401"/>
                <a:gd name="connsiteX8" fmla="*/ 3570813 w 4733576"/>
                <a:gd name="connsiteY8" fmla="*/ 3089109 h 5486401"/>
                <a:gd name="connsiteX9" fmla="*/ 3598734 w 4733576"/>
                <a:gd name="connsiteY9" fmla="*/ 3075118 h 5486401"/>
                <a:gd name="connsiteX10" fmla="*/ 4733576 w 4733576"/>
                <a:gd name="connsiteY10" fmla="*/ 654 h 5486401"/>
                <a:gd name="connsiteX11" fmla="*/ 4733576 w 4733576"/>
                <a:gd name="connsiteY11" fmla="*/ 920574 h 5486401"/>
                <a:gd name="connsiteX12" fmla="*/ 3626094 w 4733576"/>
                <a:gd name="connsiteY12" fmla="*/ 2397292 h 5486401"/>
                <a:gd name="connsiteX13" fmla="*/ 3570483 w 4733576"/>
                <a:gd name="connsiteY13" fmla="*/ 2397292 h 5486401"/>
                <a:gd name="connsiteX14" fmla="*/ 3570154 w 4733576"/>
                <a:gd name="connsiteY14" fmla="*/ 2397292 h 5486401"/>
                <a:gd name="connsiteX15" fmla="*/ 2941472 w 4733576"/>
                <a:gd name="connsiteY15" fmla="*/ 1558949 h 5486401"/>
                <a:gd name="connsiteX16" fmla="*/ 2941472 w 4733576"/>
                <a:gd name="connsiteY16" fmla="*/ 1517402 h 5486401"/>
                <a:gd name="connsiteX17" fmla="*/ 4060478 w 4733576"/>
                <a:gd name="connsiteY17" fmla="*/ 29118 h 5486401"/>
                <a:gd name="connsiteX18" fmla="*/ 4116070 w 4733576"/>
                <a:gd name="connsiteY18" fmla="*/ 1304 h 5486401"/>
                <a:gd name="connsiteX19" fmla="*/ 34899 w 4733576"/>
                <a:gd name="connsiteY19" fmla="*/ 0 h 5486401"/>
                <a:gd name="connsiteX20" fmla="*/ 1276895 w 4733576"/>
                <a:gd name="connsiteY20" fmla="*/ 1304 h 5486401"/>
                <a:gd name="connsiteX21" fmla="*/ 1332487 w 4733576"/>
                <a:gd name="connsiteY21" fmla="*/ 29118 h 5486401"/>
                <a:gd name="connsiteX22" fmla="*/ 3366712 w 4733576"/>
                <a:gd name="connsiteY22" fmla="*/ 2743035 h 5486401"/>
                <a:gd name="connsiteX23" fmla="*/ 1332819 w 4733576"/>
                <a:gd name="connsiteY23" fmla="*/ 5458275 h 5486401"/>
                <a:gd name="connsiteX24" fmla="*/ 1277208 w 4733576"/>
                <a:gd name="connsiteY24" fmla="*/ 5486070 h 5486401"/>
                <a:gd name="connsiteX25" fmla="*/ 34899 w 4733576"/>
                <a:gd name="connsiteY25" fmla="*/ 5486070 h 5486401"/>
                <a:gd name="connsiteX26" fmla="*/ 7102 w 4733576"/>
                <a:gd name="connsiteY26" fmla="*/ 5430459 h 5486401"/>
                <a:gd name="connsiteX27" fmla="*/ 2022674 w 4733576"/>
                <a:gd name="connsiteY27" fmla="*/ 2743035 h 5486401"/>
                <a:gd name="connsiteX28" fmla="*/ 7102 w 4733576"/>
                <a:gd name="connsiteY28" fmla="*/ 55611 h 5486401"/>
                <a:gd name="connsiteX29" fmla="*/ 34899 w 4733576"/>
                <a:gd name="connsiteY29" fmla="*/ 0 h 5486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4733576" h="5486401">
                  <a:moveTo>
                    <a:pt x="3598734" y="3075118"/>
                  </a:moveTo>
                  <a:cubicBezTo>
                    <a:pt x="3609162" y="3075118"/>
                    <a:pt x="3619549" y="3079783"/>
                    <a:pt x="3626424" y="3089109"/>
                  </a:cubicBezTo>
                  <a:lnTo>
                    <a:pt x="4733576" y="4565387"/>
                  </a:lnTo>
                  <a:lnTo>
                    <a:pt x="4733576" y="5486401"/>
                  </a:lnTo>
                  <a:lnTo>
                    <a:pt x="4117061" y="5486401"/>
                  </a:lnTo>
                  <a:cubicBezTo>
                    <a:pt x="4095140" y="5486401"/>
                    <a:pt x="4074540" y="5475936"/>
                    <a:pt x="4061450" y="5458587"/>
                  </a:cubicBezTo>
                  <a:lnTo>
                    <a:pt x="2942132" y="3968669"/>
                  </a:lnTo>
                  <a:cubicBezTo>
                    <a:pt x="2932969" y="3956241"/>
                    <a:pt x="2932969" y="3939551"/>
                    <a:pt x="2942132" y="3927123"/>
                  </a:cubicBezTo>
                  <a:lnTo>
                    <a:pt x="3570813" y="3089109"/>
                  </a:lnTo>
                  <a:cubicBezTo>
                    <a:pt x="3577844" y="3079783"/>
                    <a:pt x="3588309" y="3075118"/>
                    <a:pt x="3598734" y="3075118"/>
                  </a:cubicBezTo>
                  <a:close/>
                  <a:moveTo>
                    <a:pt x="4733576" y="654"/>
                  </a:moveTo>
                  <a:lnTo>
                    <a:pt x="4733576" y="920574"/>
                  </a:lnTo>
                  <a:lnTo>
                    <a:pt x="3626094" y="2397292"/>
                  </a:lnTo>
                  <a:cubicBezTo>
                    <a:pt x="3612013" y="2415945"/>
                    <a:pt x="3584216" y="2415945"/>
                    <a:pt x="3570483" y="2397292"/>
                  </a:cubicBezTo>
                  <a:lnTo>
                    <a:pt x="3570154" y="2397292"/>
                  </a:lnTo>
                  <a:lnTo>
                    <a:pt x="2941472" y="1558949"/>
                  </a:lnTo>
                  <a:cubicBezTo>
                    <a:pt x="2932310" y="1546520"/>
                    <a:pt x="2932310" y="1529831"/>
                    <a:pt x="2941472" y="1517402"/>
                  </a:cubicBezTo>
                  <a:lnTo>
                    <a:pt x="4060478" y="29118"/>
                  </a:lnTo>
                  <a:cubicBezTo>
                    <a:pt x="4073551" y="11769"/>
                    <a:pt x="4094168" y="1304"/>
                    <a:pt x="4116070" y="1304"/>
                  </a:cubicBezTo>
                  <a:close/>
                  <a:moveTo>
                    <a:pt x="34899" y="0"/>
                  </a:moveTo>
                  <a:lnTo>
                    <a:pt x="1276895" y="1304"/>
                  </a:lnTo>
                  <a:cubicBezTo>
                    <a:pt x="1298797" y="1304"/>
                    <a:pt x="1319416" y="11456"/>
                    <a:pt x="1332487" y="29118"/>
                  </a:cubicBezTo>
                  <a:lnTo>
                    <a:pt x="3366712" y="2743035"/>
                  </a:lnTo>
                  <a:lnTo>
                    <a:pt x="1332819" y="5458275"/>
                  </a:lnTo>
                  <a:cubicBezTo>
                    <a:pt x="1319746" y="5475605"/>
                    <a:pt x="1299129" y="5486070"/>
                    <a:pt x="1277208" y="5486070"/>
                  </a:cubicBezTo>
                  <a:lnTo>
                    <a:pt x="34899" y="5486070"/>
                  </a:lnTo>
                  <a:cubicBezTo>
                    <a:pt x="6130" y="5486070"/>
                    <a:pt x="-10228" y="5453354"/>
                    <a:pt x="7102" y="5430459"/>
                  </a:cubicBezTo>
                  <a:lnTo>
                    <a:pt x="2022674" y="2743035"/>
                  </a:lnTo>
                  <a:lnTo>
                    <a:pt x="7102" y="55611"/>
                  </a:lnTo>
                  <a:cubicBezTo>
                    <a:pt x="-10228" y="32718"/>
                    <a:pt x="6130" y="0"/>
                    <a:pt x="34899" y="0"/>
                  </a:cubicBezTo>
                  <a:close/>
                </a:path>
              </a:pathLst>
            </a:custGeom>
          </p:spPr>
        </p:pic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D8DD72FE-C1EF-FC84-FC45-EE62BEB79855}"/>
                </a:ext>
              </a:extLst>
            </p:cNvPr>
            <p:cNvSpPr/>
            <p:nvPr/>
          </p:nvSpPr>
          <p:spPr>
            <a:xfrm>
              <a:off x="7456901" y="685799"/>
              <a:ext cx="3366696" cy="5486069"/>
            </a:xfrm>
            <a:custGeom>
              <a:avLst/>
              <a:gdLst>
                <a:gd name="connsiteX0" fmla="*/ 72578 w 183377"/>
                <a:gd name="connsiteY0" fmla="*/ 1586 h 298816"/>
                <a:gd name="connsiteX1" fmla="*/ 69550 w 183377"/>
                <a:gd name="connsiteY1" fmla="*/ 71 h 298816"/>
                <a:gd name="connsiteX2" fmla="*/ 1901 w 183377"/>
                <a:gd name="connsiteY2" fmla="*/ 0 h 298816"/>
                <a:gd name="connsiteX3" fmla="*/ 387 w 183377"/>
                <a:gd name="connsiteY3" fmla="*/ 3029 h 298816"/>
                <a:gd name="connsiteX4" fmla="*/ 110171 w 183377"/>
                <a:gd name="connsiteY4" fmla="*/ 149408 h 298816"/>
                <a:gd name="connsiteX5" fmla="*/ 387 w 183377"/>
                <a:gd name="connsiteY5" fmla="*/ 295787 h 298816"/>
                <a:gd name="connsiteX6" fmla="*/ 1901 w 183377"/>
                <a:gd name="connsiteY6" fmla="*/ 298816 h 298816"/>
                <a:gd name="connsiteX7" fmla="*/ 69567 w 183377"/>
                <a:gd name="connsiteY7" fmla="*/ 298816 h 298816"/>
                <a:gd name="connsiteX8" fmla="*/ 72596 w 183377"/>
                <a:gd name="connsiteY8" fmla="*/ 297302 h 298816"/>
                <a:gd name="connsiteX9" fmla="*/ 183378 w 183377"/>
                <a:gd name="connsiteY9" fmla="*/ 149408 h 298816"/>
                <a:gd name="connsiteX10" fmla="*/ 72578 w 183377"/>
                <a:gd name="connsiteY10" fmla="*/ 1586 h 2988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83377" h="298816">
                  <a:moveTo>
                    <a:pt x="72578" y="1586"/>
                  </a:moveTo>
                  <a:cubicBezTo>
                    <a:pt x="71866" y="624"/>
                    <a:pt x="70743" y="71"/>
                    <a:pt x="69550" y="71"/>
                  </a:cubicBezTo>
                  <a:lnTo>
                    <a:pt x="1901" y="0"/>
                  </a:lnTo>
                  <a:cubicBezTo>
                    <a:pt x="334" y="0"/>
                    <a:pt x="-557" y="1782"/>
                    <a:pt x="387" y="3029"/>
                  </a:cubicBezTo>
                  <a:lnTo>
                    <a:pt x="110171" y="149408"/>
                  </a:lnTo>
                  <a:lnTo>
                    <a:pt x="387" y="295787"/>
                  </a:lnTo>
                  <a:cubicBezTo>
                    <a:pt x="-557" y="297034"/>
                    <a:pt x="334" y="298816"/>
                    <a:pt x="1901" y="298816"/>
                  </a:cubicBezTo>
                  <a:lnTo>
                    <a:pt x="69567" y="298816"/>
                  </a:lnTo>
                  <a:cubicBezTo>
                    <a:pt x="70761" y="298816"/>
                    <a:pt x="71884" y="298246"/>
                    <a:pt x="72596" y="297302"/>
                  </a:cubicBezTo>
                  <a:lnTo>
                    <a:pt x="183378" y="149408"/>
                  </a:lnTo>
                  <a:lnTo>
                    <a:pt x="72578" y="1586"/>
                  </a:lnTo>
                  <a:close/>
                </a:path>
              </a:pathLst>
            </a:custGeom>
            <a:gradFill>
              <a:gsLst>
                <a:gs pos="0">
                  <a:schemeClr val="accent4">
                    <a:alpha val="75000"/>
                  </a:schemeClr>
                </a:gs>
                <a:gs pos="100000">
                  <a:srgbClr val="FF001F">
                    <a:alpha val="75000"/>
                  </a:srgbClr>
                </a:gs>
              </a:gsLst>
              <a:lin ang="5400000" scaled="1"/>
            </a:gra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+mn-lt"/>
              </a:endParaRPr>
            </a:p>
          </p:txBody>
        </p:sp>
      </p:grp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411E15F-A651-6687-CFB7-31081C62DBD2}"/>
              </a:ext>
            </a:extLst>
          </p:cNvPr>
          <p:cNvSpPr/>
          <p:nvPr userDrawn="1"/>
        </p:nvSpPr>
        <p:spPr>
          <a:xfrm>
            <a:off x="1377950" y="1609625"/>
            <a:ext cx="671289" cy="497207"/>
          </a:xfrm>
          <a:custGeom>
            <a:avLst/>
            <a:gdLst>
              <a:gd name="connsiteX0" fmla="*/ 708302 w 831989"/>
              <a:gd name="connsiteY0" fmla="*/ 616235 h 616234"/>
              <a:gd name="connsiteX1" fmla="*/ 569465 w 831989"/>
              <a:gd name="connsiteY1" fmla="*/ 616235 h 616234"/>
              <a:gd name="connsiteX2" fmla="*/ 446071 w 831989"/>
              <a:gd name="connsiteY2" fmla="*/ 492841 h 616234"/>
              <a:gd name="connsiteX3" fmla="*/ 446071 w 831989"/>
              <a:gd name="connsiteY3" fmla="*/ 401214 h 616234"/>
              <a:gd name="connsiteX4" fmla="*/ 564465 w 831989"/>
              <a:gd name="connsiteY4" fmla="*/ 119570 h 616234"/>
              <a:gd name="connsiteX5" fmla="*/ 574907 w 831989"/>
              <a:gd name="connsiteY5" fmla="*/ 107657 h 616234"/>
              <a:gd name="connsiteX6" fmla="*/ 673005 w 831989"/>
              <a:gd name="connsiteY6" fmla="*/ 9266 h 616234"/>
              <a:gd name="connsiteX7" fmla="*/ 697713 w 831989"/>
              <a:gd name="connsiteY7" fmla="*/ 0 h 616234"/>
              <a:gd name="connsiteX8" fmla="*/ 724333 w 831989"/>
              <a:gd name="connsiteY8" fmla="*/ 16178 h 616234"/>
              <a:gd name="connsiteX9" fmla="*/ 738746 w 831989"/>
              <a:gd name="connsiteY9" fmla="*/ 53387 h 616234"/>
              <a:gd name="connsiteX10" fmla="*/ 735364 w 831989"/>
              <a:gd name="connsiteY10" fmla="*/ 101921 h 616234"/>
              <a:gd name="connsiteX11" fmla="*/ 702125 w 831989"/>
              <a:gd name="connsiteY11" fmla="*/ 155014 h 616234"/>
              <a:gd name="connsiteX12" fmla="*/ 666680 w 831989"/>
              <a:gd name="connsiteY12" fmla="*/ 223256 h 616234"/>
              <a:gd name="connsiteX13" fmla="*/ 666533 w 831989"/>
              <a:gd name="connsiteY13" fmla="*/ 230757 h 616234"/>
              <a:gd name="connsiteX14" fmla="*/ 708596 w 831989"/>
              <a:gd name="connsiteY14" fmla="*/ 230610 h 616234"/>
              <a:gd name="connsiteX15" fmla="*/ 831990 w 831989"/>
              <a:gd name="connsiteY15" fmla="*/ 354004 h 616234"/>
              <a:gd name="connsiteX16" fmla="*/ 831990 w 831989"/>
              <a:gd name="connsiteY16" fmla="*/ 492841 h 616234"/>
              <a:gd name="connsiteX17" fmla="*/ 708302 w 831989"/>
              <a:gd name="connsiteY17" fmla="*/ 616235 h 616234"/>
              <a:gd name="connsiteX18" fmla="*/ 697418 w 831989"/>
              <a:gd name="connsiteY18" fmla="*/ 21620 h 616234"/>
              <a:gd name="connsiteX19" fmla="*/ 686682 w 831989"/>
              <a:gd name="connsiteY19" fmla="*/ 25738 h 616234"/>
              <a:gd name="connsiteX20" fmla="*/ 591085 w 831989"/>
              <a:gd name="connsiteY20" fmla="*/ 121776 h 616234"/>
              <a:gd name="connsiteX21" fmla="*/ 580643 w 831989"/>
              <a:gd name="connsiteY21" fmla="*/ 133836 h 616234"/>
              <a:gd name="connsiteX22" fmla="*/ 467691 w 831989"/>
              <a:gd name="connsiteY22" fmla="*/ 401214 h 616234"/>
              <a:gd name="connsiteX23" fmla="*/ 467691 w 831989"/>
              <a:gd name="connsiteY23" fmla="*/ 492841 h 616234"/>
              <a:gd name="connsiteX24" fmla="*/ 569465 w 831989"/>
              <a:gd name="connsiteY24" fmla="*/ 594615 h 616234"/>
              <a:gd name="connsiteX25" fmla="*/ 708302 w 831989"/>
              <a:gd name="connsiteY25" fmla="*/ 594615 h 616234"/>
              <a:gd name="connsiteX26" fmla="*/ 810076 w 831989"/>
              <a:gd name="connsiteY26" fmla="*/ 492841 h 616234"/>
              <a:gd name="connsiteX27" fmla="*/ 810076 w 831989"/>
              <a:gd name="connsiteY27" fmla="*/ 354004 h 616234"/>
              <a:gd name="connsiteX28" fmla="*/ 708302 w 831989"/>
              <a:gd name="connsiteY28" fmla="*/ 252230 h 616234"/>
              <a:gd name="connsiteX29" fmla="*/ 666828 w 831989"/>
              <a:gd name="connsiteY29" fmla="*/ 252230 h 616234"/>
              <a:gd name="connsiteX30" fmla="*/ 648884 w 831989"/>
              <a:gd name="connsiteY30" fmla="*/ 243699 h 616234"/>
              <a:gd name="connsiteX31" fmla="*/ 645649 w 831989"/>
              <a:gd name="connsiteY31" fmla="*/ 217226 h 616234"/>
              <a:gd name="connsiteX32" fmla="*/ 683741 w 831989"/>
              <a:gd name="connsiteY32" fmla="*/ 143396 h 616234"/>
              <a:gd name="connsiteX33" fmla="*/ 716685 w 831989"/>
              <a:gd name="connsiteY33" fmla="*/ 90744 h 616234"/>
              <a:gd name="connsiteX34" fmla="*/ 717568 w 831989"/>
              <a:gd name="connsiteY34" fmla="*/ 58682 h 616234"/>
              <a:gd name="connsiteX35" fmla="*/ 704919 w 831989"/>
              <a:gd name="connsiteY35" fmla="*/ 26179 h 616234"/>
              <a:gd name="connsiteX36" fmla="*/ 697418 w 831989"/>
              <a:gd name="connsiteY36" fmla="*/ 21620 h 616234"/>
              <a:gd name="connsiteX37" fmla="*/ 262230 w 831989"/>
              <a:gd name="connsiteY37" fmla="*/ 616235 h 616234"/>
              <a:gd name="connsiteX38" fmla="*/ 123394 w 831989"/>
              <a:gd name="connsiteY38" fmla="*/ 616235 h 616234"/>
              <a:gd name="connsiteX39" fmla="*/ 0 w 831989"/>
              <a:gd name="connsiteY39" fmla="*/ 492841 h 616234"/>
              <a:gd name="connsiteX40" fmla="*/ 0 w 831989"/>
              <a:gd name="connsiteY40" fmla="*/ 401214 h 616234"/>
              <a:gd name="connsiteX41" fmla="*/ 118394 w 831989"/>
              <a:gd name="connsiteY41" fmla="*/ 119570 h 616234"/>
              <a:gd name="connsiteX42" fmla="*/ 128689 w 831989"/>
              <a:gd name="connsiteY42" fmla="*/ 107804 h 616234"/>
              <a:gd name="connsiteX43" fmla="*/ 226786 w 831989"/>
              <a:gd name="connsiteY43" fmla="*/ 9266 h 616234"/>
              <a:gd name="connsiteX44" fmla="*/ 251494 w 831989"/>
              <a:gd name="connsiteY44" fmla="*/ 0 h 616234"/>
              <a:gd name="connsiteX45" fmla="*/ 278114 w 831989"/>
              <a:gd name="connsiteY45" fmla="*/ 16178 h 616234"/>
              <a:gd name="connsiteX46" fmla="*/ 292527 w 831989"/>
              <a:gd name="connsiteY46" fmla="*/ 53387 h 616234"/>
              <a:gd name="connsiteX47" fmla="*/ 289145 w 831989"/>
              <a:gd name="connsiteY47" fmla="*/ 101921 h 616234"/>
              <a:gd name="connsiteX48" fmla="*/ 255907 w 831989"/>
              <a:gd name="connsiteY48" fmla="*/ 155014 h 616234"/>
              <a:gd name="connsiteX49" fmla="*/ 220462 w 831989"/>
              <a:gd name="connsiteY49" fmla="*/ 223256 h 616234"/>
              <a:gd name="connsiteX50" fmla="*/ 220315 w 831989"/>
              <a:gd name="connsiteY50" fmla="*/ 230757 h 616234"/>
              <a:gd name="connsiteX51" fmla="*/ 262378 w 831989"/>
              <a:gd name="connsiteY51" fmla="*/ 230610 h 616234"/>
              <a:gd name="connsiteX52" fmla="*/ 385771 w 831989"/>
              <a:gd name="connsiteY52" fmla="*/ 354004 h 616234"/>
              <a:gd name="connsiteX53" fmla="*/ 385771 w 831989"/>
              <a:gd name="connsiteY53" fmla="*/ 492841 h 616234"/>
              <a:gd name="connsiteX54" fmla="*/ 262230 w 831989"/>
              <a:gd name="connsiteY54" fmla="*/ 616235 h 616234"/>
              <a:gd name="connsiteX55" fmla="*/ 251347 w 831989"/>
              <a:gd name="connsiteY55" fmla="*/ 21620 h 616234"/>
              <a:gd name="connsiteX56" fmla="*/ 240611 w 831989"/>
              <a:gd name="connsiteY56" fmla="*/ 25738 h 616234"/>
              <a:gd name="connsiteX57" fmla="*/ 144867 w 831989"/>
              <a:gd name="connsiteY57" fmla="*/ 121923 h 616234"/>
              <a:gd name="connsiteX58" fmla="*/ 134572 w 831989"/>
              <a:gd name="connsiteY58" fmla="*/ 133836 h 616234"/>
              <a:gd name="connsiteX59" fmla="*/ 21620 w 831989"/>
              <a:gd name="connsiteY59" fmla="*/ 401214 h 616234"/>
              <a:gd name="connsiteX60" fmla="*/ 21620 w 831989"/>
              <a:gd name="connsiteY60" fmla="*/ 492841 h 616234"/>
              <a:gd name="connsiteX61" fmla="*/ 123394 w 831989"/>
              <a:gd name="connsiteY61" fmla="*/ 594615 h 616234"/>
              <a:gd name="connsiteX62" fmla="*/ 262230 w 831989"/>
              <a:gd name="connsiteY62" fmla="*/ 594615 h 616234"/>
              <a:gd name="connsiteX63" fmla="*/ 364005 w 831989"/>
              <a:gd name="connsiteY63" fmla="*/ 492841 h 616234"/>
              <a:gd name="connsiteX64" fmla="*/ 364005 w 831989"/>
              <a:gd name="connsiteY64" fmla="*/ 354004 h 616234"/>
              <a:gd name="connsiteX65" fmla="*/ 262230 w 831989"/>
              <a:gd name="connsiteY65" fmla="*/ 252230 h 616234"/>
              <a:gd name="connsiteX66" fmla="*/ 220903 w 831989"/>
              <a:gd name="connsiteY66" fmla="*/ 252230 h 616234"/>
              <a:gd name="connsiteX67" fmla="*/ 203107 w 831989"/>
              <a:gd name="connsiteY67" fmla="*/ 243699 h 616234"/>
              <a:gd name="connsiteX68" fmla="*/ 199724 w 831989"/>
              <a:gd name="connsiteY68" fmla="*/ 217226 h 616234"/>
              <a:gd name="connsiteX69" fmla="*/ 237816 w 831989"/>
              <a:gd name="connsiteY69" fmla="*/ 143396 h 616234"/>
              <a:gd name="connsiteX70" fmla="*/ 270761 w 831989"/>
              <a:gd name="connsiteY70" fmla="*/ 90744 h 616234"/>
              <a:gd name="connsiteX71" fmla="*/ 271643 w 831989"/>
              <a:gd name="connsiteY71" fmla="*/ 58682 h 616234"/>
              <a:gd name="connsiteX72" fmla="*/ 258995 w 831989"/>
              <a:gd name="connsiteY72" fmla="*/ 26179 h 616234"/>
              <a:gd name="connsiteX73" fmla="*/ 251347 w 831989"/>
              <a:gd name="connsiteY73" fmla="*/ 21620 h 616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</a:cxnLst>
            <a:rect l="l" t="t" r="r" b="b"/>
            <a:pathLst>
              <a:path w="831989" h="616234">
                <a:moveTo>
                  <a:pt x="708302" y="616235"/>
                </a:moveTo>
                <a:lnTo>
                  <a:pt x="569465" y="616235"/>
                </a:lnTo>
                <a:cubicBezTo>
                  <a:pt x="501518" y="616235"/>
                  <a:pt x="446071" y="560935"/>
                  <a:pt x="446071" y="492841"/>
                </a:cubicBezTo>
                <a:lnTo>
                  <a:pt x="446071" y="401214"/>
                </a:lnTo>
                <a:cubicBezTo>
                  <a:pt x="446071" y="305470"/>
                  <a:pt x="486958" y="208108"/>
                  <a:pt x="564465" y="119570"/>
                </a:cubicBezTo>
                <a:lnTo>
                  <a:pt x="574907" y="107657"/>
                </a:lnTo>
                <a:cubicBezTo>
                  <a:pt x="597115" y="81919"/>
                  <a:pt x="624765" y="50005"/>
                  <a:pt x="673005" y="9266"/>
                </a:cubicBezTo>
                <a:cubicBezTo>
                  <a:pt x="679917" y="3383"/>
                  <a:pt x="688888" y="0"/>
                  <a:pt x="697713" y="0"/>
                </a:cubicBezTo>
                <a:cubicBezTo>
                  <a:pt x="709331" y="0"/>
                  <a:pt x="719038" y="5883"/>
                  <a:pt x="724333" y="16178"/>
                </a:cubicBezTo>
                <a:cubicBezTo>
                  <a:pt x="730804" y="28679"/>
                  <a:pt x="735657" y="41180"/>
                  <a:pt x="738746" y="53387"/>
                </a:cubicBezTo>
                <a:cubicBezTo>
                  <a:pt x="743893" y="73830"/>
                  <a:pt x="742864" y="89714"/>
                  <a:pt x="735364" y="101921"/>
                </a:cubicBezTo>
                <a:cubicBezTo>
                  <a:pt x="721833" y="124276"/>
                  <a:pt x="710949" y="141190"/>
                  <a:pt x="702125" y="155014"/>
                </a:cubicBezTo>
                <a:cubicBezTo>
                  <a:pt x="682417" y="185753"/>
                  <a:pt x="673446" y="199725"/>
                  <a:pt x="666680" y="223256"/>
                </a:cubicBezTo>
                <a:cubicBezTo>
                  <a:pt x="665504" y="227521"/>
                  <a:pt x="666092" y="230316"/>
                  <a:pt x="666533" y="230757"/>
                </a:cubicBezTo>
                <a:lnTo>
                  <a:pt x="708596" y="230610"/>
                </a:lnTo>
                <a:cubicBezTo>
                  <a:pt x="776544" y="230610"/>
                  <a:pt x="831990" y="285909"/>
                  <a:pt x="831990" y="354004"/>
                </a:cubicBezTo>
                <a:lnTo>
                  <a:pt x="831990" y="492841"/>
                </a:lnTo>
                <a:cubicBezTo>
                  <a:pt x="831549" y="560935"/>
                  <a:pt x="776249" y="616235"/>
                  <a:pt x="708302" y="616235"/>
                </a:cubicBezTo>
                <a:close/>
                <a:moveTo>
                  <a:pt x="697418" y="21620"/>
                </a:moveTo>
                <a:cubicBezTo>
                  <a:pt x="693889" y="21620"/>
                  <a:pt x="689771" y="23238"/>
                  <a:pt x="686682" y="25738"/>
                </a:cubicBezTo>
                <a:cubicBezTo>
                  <a:pt x="639766" y="65447"/>
                  <a:pt x="613881" y="95303"/>
                  <a:pt x="591085" y="121776"/>
                </a:cubicBezTo>
                <a:lnTo>
                  <a:pt x="580643" y="133836"/>
                </a:lnTo>
                <a:cubicBezTo>
                  <a:pt x="529167" y="192665"/>
                  <a:pt x="467691" y="286939"/>
                  <a:pt x="467691" y="401214"/>
                </a:cubicBezTo>
                <a:lnTo>
                  <a:pt x="467691" y="492841"/>
                </a:lnTo>
                <a:cubicBezTo>
                  <a:pt x="467691" y="549022"/>
                  <a:pt x="513284" y="594615"/>
                  <a:pt x="569465" y="594615"/>
                </a:cubicBezTo>
                <a:lnTo>
                  <a:pt x="708302" y="594615"/>
                </a:lnTo>
                <a:cubicBezTo>
                  <a:pt x="764336" y="594615"/>
                  <a:pt x="810076" y="549022"/>
                  <a:pt x="810076" y="492841"/>
                </a:cubicBezTo>
                <a:lnTo>
                  <a:pt x="810076" y="354004"/>
                </a:lnTo>
                <a:cubicBezTo>
                  <a:pt x="810076" y="297822"/>
                  <a:pt x="764484" y="252230"/>
                  <a:pt x="708302" y="252230"/>
                </a:cubicBezTo>
                <a:lnTo>
                  <a:pt x="666828" y="252230"/>
                </a:lnTo>
                <a:cubicBezTo>
                  <a:pt x="659474" y="252230"/>
                  <a:pt x="653003" y="249141"/>
                  <a:pt x="648884" y="243699"/>
                </a:cubicBezTo>
                <a:cubicBezTo>
                  <a:pt x="643884" y="236934"/>
                  <a:pt x="642561" y="227375"/>
                  <a:pt x="645649" y="217226"/>
                </a:cubicBezTo>
                <a:cubicBezTo>
                  <a:pt x="653297" y="190753"/>
                  <a:pt x="663445" y="175017"/>
                  <a:pt x="683741" y="143396"/>
                </a:cubicBezTo>
                <a:cubicBezTo>
                  <a:pt x="692565" y="129718"/>
                  <a:pt x="703301" y="112952"/>
                  <a:pt x="716685" y="90744"/>
                </a:cubicBezTo>
                <a:cubicBezTo>
                  <a:pt x="720950" y="83684"/>
                  <a:pt x="721244" y="73242"/>
                  <a:pt x="717568" y="58682"/>
                </a:cubicBezTo>
                <a:cubicBezTo>
                  <a:pt x="714921" y="48093"/>
                  <a:pt x="710655" y="37209"/>
                  <a:pt x="704919" y="26179"/>
                </a:cubicBezTo>
                <a:cubicBezTo>
                  <a:pt x="703890" y="24120"/>
                  <a:pt x="702125" y="21620"/>
                  <a:pt x="697418" y="21620"/>
                </a:cubicBezTo>
                <a:close/>
                <a:moveTo>
                  <a:pt x="262230" y="616235"/>
                </a:moveTo>
                <a:lnTo>
                  <a:pt x="123394" y="616235"/>
                </a:lnTo>
                <a:cubicBezTo>
                  <a:pt x="55446" y="616235"/>
                  <a:pt x="0" y="560935"/>
                  <a:pt x="0" y="492841"/>
                </a:cubicBezTo>
                <a:lnTo>
                  <a:pt x="0" y="401214"/>
                </a:lnTo>
                <a:cubicBezTo>
                  <a:pt x="0" y="305470"/>
                  <a:pt x="40886" y="208108"/>
                  <a:pt x="118394" y="119570"/>
                </a:cubicBezTo>
                <a:lnTo>
                  <a:pt x="128689" y="107804"/>
                </a:lnTo>
                <a:cubicBezTo>
                  <a:pt x="150896" y="82067"/>
                  <a:pt x="178546" y="50005"/>
                  <a:pt x="226786" y="9266"/>
                </a:cubicBezTo>
                <a:cubicBezTo>
                  <a:pt x="233698" y="3383"/>
                  <a:pt x="242670" y="0"/>
                  <a:pt x="251494" y="0"/>
                </a:cubicBezTo>
                <a:cubicBezTo>
                  <a:pt x="263113" y="0"/>
                  <a:pt x="272820" y="5883"/>
                  <a:pt x="278114" y="16178"/>
                </a:cubicBezTo>
                <a:cubicBezTo>
                  <a:pt x="284586" y="28679"/>
                  <a:pt x="289439" y="41180"/>
                  <a:pt x="292527" y="53387"/>
                </a:cubicBezTo>
                <a:cubicBezTo>
                  <a:pt x="297675" y="73978"/>
                  <a:pt x="296646" y="89714"/>
                  <a:pt x="289145" y="101921"/>
                </a:cubicBezTo>
                <a:cubicBezTo>
                  <a:pt x="275614" y="124276"/>
                  <a:pt x="264731" y="141190"/>
                  <a:pt x="255907" y="155014"/>
                </a:cubicBezTo>
                <a:cubicBezTo>
                  <a:pt x="236199" y="185753"/>
                  <a:pt x="227227" y="199725"/>
                  <a:pt x="220462" y="223256"/>
                </a:cubicBezTo>
                <a:cubicBezTo>
                  <a:pt x="219285" y="227521"/>
                  <a:pt x="219874" y="230316"/>
                  <a:pt x="220315" y="230757"/>
                </a:cubicBezTo>
                <a:lnTo>
                  <a:pt x="262378" y="230610"/>
                </a:lnTo>
                <a:cubicBezTo>
                  <a:pt x="330325" y="230610"/>
                  <a:pt x="385771" y="285909"/>
                  <a:pt x="385771" y="354004"/>
                </a:cubicBezTo>
                <a:lnTo>
                  <a:pt x="385771" y="492841"/>
                </a:lnTo>
                <a:cubicBezTo>
                  <a:pt x="385477" y="560935"/>
                  <a:pt x="330178" y="616235"/>
                  <a:pt x="262230" y="616235"/>
                </a:cubicBezTo>
                <a:close/>
                <a:moveTo>
                  <a:pt x="251347" y="21620"/>
                </a:moveTo>
                <a:cubicBezTo>
                  <a:pt x="247818" y="21620"/>
                  <a:pt x="243699" y="23238"/>
                  <a:pt x="240611" y="25738"/>
                </a:cubicBezTo>
                <a:cubicBezTo>
                  <a:pt x="193547" y="65447"/>
                  <a:pt x="167663" y="95450"/>
                  <a:pt x="144867" y="121923"/>
                </a:cubicBezTo>
                <a:lnTo>
                  <a:pt x="134572" y="133836"/>
                </a:lnTo>
                <a:cubicBezTo>
                  <a:pt x="82949" y="192665"/>
                  <a:pt x="21620" y="286939"/>
                  <a:pt x="21620" y="401214"/>
                </a:cubicBezTo>
                <a:lnTo>
                  <a:pt x="21620" y="492841"/>
                </a:lnTo>
                <a:cubicBezTo>
                  <a:pt x="21620" y="549022"/>
                  <a:pt x="67212" y="594615"/>
                  <a:pt x="123394" y="594615"/>
                </a:cubicBezTo>
                <a:lnTo>
                  <a:pt x="262230" y="594615"/>
                </a:lnTo>
                <a:cubicBezTo>
                  <a:pt x="318412" y="594615"/>
                  <a:pt x="364005" y="549022"/>
                  <a:pt x="364005" y="492841"/>
                </a:cubicBezTo>
                <a:lnTo>
                  <a:pt x="364005" y="354004"/>
                </a:lnTo>
                <a:cubicBezTo>
                  <a:pt x="364005" y="297822"/>
                  <a:pt x="318412" y="252230"/>
                  <a:pt x="262230" y="252230"/>
                </a:cubicBezTo>
                <a:lnTo>
                  <a:pt x="220903" y="252230"/>
                </a:lnTo>
                <a:cubicBezTo>
                  <a:pt x="213550" y="252230"/>
                  <a:pt x="207225" y="249141"/>
                  <a:pt x="203107" y="243699"/>
                </a:cubicBezTo>
                <a:cubicBezTo>
                  <a:pt x="198107" y="236934"/>
                  <a:pt x="196783" y="227375"/>
                  <a:pt x="199724" y="217226"/>
                </a:cubicBezTo>
                <a:cubicBezTo>
                  <a:pt x="207373" y="190753"/>
                  <a:pt x="217520" y="175017"/>
                  <a:pt x="237816" y="143396"/>
                </a:cubicBezTo>
                <a:cubicBezTo>
                  <a:pt x="246641" y="129718"/>
                  <a:pt x="257377" y="112952"/>
                  <a:pt x="270761" y="90744"/>
                </a:cubicBezTo>
                <a:cubicBezTo>
                  <a:pt x="275026" y="83831"/>
                  <a:pt x="275320" y="73242"/>
                  <a:pt x="271643" y="58682"/>
                </a:cubicBezTo>
                <a:cubicBezTo>
                  <a:pt x="268996" y="48093"/>
                  <a:pt x="264731" y="37209"/>
                  <a:pt x="258995" y="26179"/>
                </a:cubicBezTo>
                <a:cubicBezTo>
                  <a:pt x="257818" y="24120"/>
                  <a:pt x="256053" y="21620"/>
                  <a:pt x="251347" y="21620"/>
                </a:cubicBezTo>
                <a:close/>
              </a:path>
            </a:pathLst>
          </a:custGeom>
          <a:gradFill>
            <a:gsLst>
              <a:gs pos="0">
                <a:srgbClr val="05A9FF"/>
              </a:gs>
              <a:gs pos="100000">
                <a:schemeClr val="accent2"/>
              </a:gs>
            </a:gsLst>
            <a:lin ang="5400000" scaled="1"/>
          </a:gradFill>
          <a:ln w="147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E8C8DA41-FD00-C7B0-3C1B-0B66FBC4D50D}"/>
              </a:ext>
            </a:extLst>
          </p:cNvPr>
          <p:cNvSpPr txBox="1">
            <a:spLocks/>
          </p:cNvSpPr>
          <p:nvPr userDrawn="1"/>
        </p:nvSpPr>
        <p:spPr>
          <a:xfrm>
            <a:off x="287769" y="6292415"/>
            <a:ext cx="338861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404250C-081D-1E49-AC43-BC6715A416E0}" type="slidenum">
              <a:rPr lang="en-US" sz="600" b="1" smtClean="0">
                <a:solidFill>
                  <a:schemeClr val="tx1">
                    <a:alpha val="50000"/>
                  </a:schemeClr>
                </a:solidFill>
              </a:rPr>
              <a:pPr algn="ctr"/>
              <a:t>‹#›</a:t>
            </a:fld>
            <a:endParaRPr lang="en-US" sz="600" b="1">
              <a:solidFill>
                <a:schemeClr val="tx1">
                  <a:alpha val="50000"/>
                </a:schemeClr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1C8D8433-95B2-034A-07EB-687AF1AFF3E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3" r="13"/>
          <a:stretch/>
        </p:blipFill>
        <p:spPr>
          <a:xfrm>
            <a:off x="685801" y="685801"/>
            <a:ext cx="598067" cy="203650"/>
          </a:xfrm>
          <a:prstGeom prst="rect">
            <a:avLst/>
          </a:prstGeom>
        </p:spPr>
      </p:pic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E151B42-6936-ACB1-74C5-B31CDF90DD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85800" y="6292415"/>
            <a:ext cx="4375150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41475268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slid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CC53DEB-CF43-35BF-BADC-4C3FE5E52ED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2382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2E6590-BFA9-114D-A48C-D6A25D57DC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7950" y="2480996"/>
            <a:ext cx="5753100" cy="2091003"/>
          </a:xfrm>
        </p:spPr>
        <p:txBody>
          <a:bodyPr wrap="square" lIns="0" tIns="0" rIns="0" bIns="0" anchor="t" anchorCtr="0">
            <a:noAutofit/>
          </a:bodyPr>
          <a:lstStyle>
            <a:lvl1pPr algn="l">
              <a:lnSpc>
                <a:spcPct val="120000"/>
              </a:lnSpc>
              <a:defRPr sz="2000" b="0" spc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Impactful quote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9C9AF89-663C-E4C2-042F-FBA6099343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77950" y="4802604"/>
            <a:ext cx="5753100" cy="457200"/>
          </a:xfrm>
          <a:prstGeom prst="rect">
            <a:avLst/>
          </a:prstGeom>
          <a:noFill/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cap="none" baseline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8BB4F6B-7FDE-B30B-1211-F4148C529C00}"/>
              </a:ext>
            </a:extLst>
          </p:cNvPr>
          <p:cNvGrpSpPr/>
          <p:nvPr userDrawn="1"/>
        </p:nvGrpSpPr>
        <p:grpSpPr>
          <a:xfrm>
            <a:off x="7456900" y="685799"/>
            <a:ext cx="4733576" cy="5486402"/>
            <a:chOff x="7456900" y="685799"/>
            <a:chExt cx="4733576" cy="5486402"/>
          </a:xfrm>
        </p:grpSpPr>
        <p:pic>
          <p:nvPicPr>
            <p:cNvPr id="12" name="Picture 11" descr="A close up of lights&#10;&#10;Description automatically generated">
              <a:extLst>
                <a:ext uri="{FF2B5EF4-FFF2-40B4-BE49-F238E27FC236}">
                  <a16:creationId xmlns:a16="http://schemas.microsoft.com/office/drawing/2014/main" id="{A73308E1-1233-C873-99A7-938FCC672EC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456900" y="685800"/>
              <a:ext cx="4733576" cy="5486401"/>
            </a:xfrm>
            <a:custGeom>
              <a:avLst/>
              <a:gdLst>
                <a:gd name="connsiteX0" fmla="*/ 3598734 w 4733576"/>
                <a:gd name="connsiteY0" fmla="*/ 3075118 h 5486401"/>
                <a:gd name="connsiteX1" fmla="*/ 3626424 w 4733576"/>
                <a:gd name="connsiteY1" fmla="*/ 3089109 h 5486401"/>
                <a:gd name="connsiteX2" fmla="*/ 4733576 w 4733576"/>
                <a:gd name="connsiteY2" fmla="*/ 4565387 h 5486401"/>
                <a:gd name="connsiteX3" fmla="*/ 4733576 w 4733576"/>
                <a:gd name="connsiteY3" fmla="*/ 5486401 h 5486401"/>
                <a:gd name="connsiteX4" fmla="*/ 4117061 w 4733576"/>
                <a:gd name="connsiteY4" fmla="*/ 5486401 h 5486401"/>
                <a:gd name="connsiteX5" fmla="*/ 4061450 w 4733576"/>
                <a:gd name="connsiteY5" fmla="*/ 5458587 h 5486401"/>
                <a:gd name="connsiteX6" fmla="*/ 2942132 w 4733576"/>
                <a:gd name="connsiteY6" fmla="*/ 3968669 h 5486401"/>
                <a:gd name="connsiteX7" fmla="*/ 2942132 w 4733576"/>
                <a:gd name="connsiteY7" fmla="*/ 3927123 h 5486401"/>
                <a:gd name="connsiteX8" fmla="*/ 3570813 w 4733576"/>
                <a:gd name="connsiteY8" fmla="*/ 3089109 h 5486401"/>
                <a:gd name="connsiteX9" fmla="*/ 3598734 w 4733576"/>
                <a:gd name="connsiteY9" fmla="*/ 3075118 h 5486401"/>
                <a:gd name="connsiteX10" fmla="*/ 4733576 w 4733576"/>
                <a:gd name="connsiteY10" fmla="*/ 654 h 5486401"/>
                <a:gd name="connsiteX11" fmla="*/ 4733576 w 4733576"/>
                <a:gd name="connsiteY11" fmla="*/ 920574 h 5486401"/>
                <a:gd name="connsiteX12" fmla="*/ 3626094 w 4733576"/>
                <a:gd name="connsiteY12" fmla="*/ 2397292 h 5486401"/>
                <a:gd name="connsiteX13" fmla="*/ 3570483 w 4733576"/>
                <a:gd name="connsiteY13" fmla="*/ 2397292 h 5486401"/>
                <a:gd name="connsiteX14" fmla="*/ 3570154 w 4733576"/>
                <a:gd name="connsiteY14" fmla="*/ 2397292 h 5486401"/>
                <a:gd name="connsiteX15" fmla="*/ 2941472 w 4733576"/>
                <a:gd name="connsiteY15" fmla="*/ 1558949 h 5486401"/>
                <a:gd name="connsiteX16" fmla="*/ 2941472 w 4733576"/>
                <a:gd name="connsiteY16" fmla="*/ 1517402 h 5486401"/>
                <a:gd name="connsiteX17" fmla="*/ 4060478 w 4733576"/>
                <a:gd name="connsiteY17" fmla="*/ 29118 h 5486401"/>
                <a:gd name="connsiteX18" fmla="*/ 4116070 w 4733576"/>
                <a:gd name="connsiteY18" fmla="*/ 1304 h 5486401"/>
                <a:gd name="connsiteX19" fmla="*/ 34899 w 4733576"/>
                <a:gd name="connsiteY19" fmla="*/ 0 h 5486401"/>
                <a:gd name="connsiteX20" fmla="*/ 1276895 w 4733576"/>
                <a:gd name="connsiteY20" fmla="*/ 1304 h 5486401"/>
                <a:gd name="connsiteX21" fmla="*/ 1332487 w 4733576"/>
                <a:gd name="connsiteY21" fmla="*/ 29118 h 5486401"/>
                <a:gd name="connsiteX22" fmla="*/ 3366712 w 4733576"/>
                <a:gd name="connsiteY22" fmla="*/ 2743035 h 5486401"/>
                <a:gd name="connsiteX23" fmla="*/ 1332819 w 4733576"/>
                <a:gd name="connsiteY23" fmla="*/ 5458275 h 5486401"/>
                <a:gd name="connsiteX24" fmla="*/ 1277208 w 4733576"/>
                <a:gd name="connsiteY24" fmla="*/ 5486070 h 5486401"/>
                <a:gd name="connsiteX25" fmla="*/ 34899 w 4733576"/>
                <a:gd name="connsiteY25" fmla="*/ 5486070 h 5486401"/>
                <a:gd name="connsiteX26" fmla="*/ 7102 w 4733576"/>
                <a:gd name="connsiteY26" fmla="*/ 5430459 h 5486401"/>
                <a:gd name="connsiteX27" fmla="*/ 2022674 w 4733576"/>
                <a:gd name="connsiteY27" fmla="*/ 2743035 h 5486401"/>
                <a:gd name="connsiteX28" fmla="*/ 7102 w 4733576"/>
                <a:gd name="connsiteY28" fmla="*/ 55611 h 5486401"/>
                <a:gd name="connsiteX29" fmla="*/ 34899 w 4733576"/>
                <a:gd name="connsiteY29" fmla="*/ 0 h 5486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4733576" h="5486401">
                  <a:moveTo>
                    <a:pt x="3598734" y="3075118"/>
                  </a:moveTo>
                  <a:cubicBezTo>
                    <a:pt x="3609162" y="3075118"/>
                    <a:pt x="3619549" y="3079783"/>
                    <a:pt x="3626424" y="3089109"/>
                  </a:cubicBezTo>
                  <a:lnTo>
                    <a:pt x="4733576" y="4565387"/>
                  </a:lnTo>
                  <a:lnTo>
                    <a:pt x="4733576" y="5486401"/>
                  </a:lnTo>
                  <a:lnTo>
                    <a:pt x="4117061" y="5486401"/>
                  </a:lnTo>
                  <a:cubicBezTo>
                    <a:pt x="4095140" y="5486401"/>
                    <a:pt x="4074540" y="5475936"/>
                    <a:pt x="4061450" y="5458587"/>
                  </a:cubicBezTo>
                  <a:lnTo>
                    <a:pt x="2942132" y="3968669"/>
                  </a:lnTo>
                  <a:cubicBezTo>
                    <a:pt x="2932969" y="3956241"/>
                    <a:pt x="2932969" y="3939551"/>
                    <a:pt x="2942132" y="3927123"/>
                  </a:cubicBezTo>
                  <a:lnTo>
                    <a:pt x="3570813" y="3089109"/>
                  </a:lnTo>
                  <a:cubicBezTo>
                    <a:pt x="3577844" y="3079783"/>
                    <a:pt x="3588309" y="3075118"/>
                    <a:pt x="3598734" y="3075118"/>
                  </a:cubicBezTo>
                  <a:close/>
                  <a:moveTo>
                    <a:pt x="4733576" y="654"/>
                  </a:moveTo>
                  <a:lnTo>
                    <a:pt x="4733576" y="920574"/>
                  </a:lnTo>
                  <a:lnTo>
                    <a:pt x="3626094" y="2397292"/>
                  </a:lnTo>
                  <a:cubicBezTo>
                    <a:pt x="3612013" y="2415945"/>
                    <a:pt x="3584216" y="2415945"/>
                    <a:pt x="3570483" y="2397292"/>
                  </a:cubicBezTo>
                  <a:lnTo>
                    <a:pt x="3570154" y="2397292"/>
                  </a:lnTo>
                  <a:lnTo>
                    <a:pt x="2941472" y="1558949"/>
                  </a:lnTo>
                  <a:cubicBezTo>
                    <a:pt x="2932310" y="1546520"/>
                    <a:pt x="2932310" y="1529831"/>
                    <a:pt x="2941472" y="1517402"/>
                  </a:cubicBezTo>
                  <a:lnTo>
                    <a:pt x="4060478" y="29118"/>
                  </a:lnTo>
                  <a:cubicBezTo>
                    <a:pt x="4073551" y="11769"/>
                    <a:pt x="4094168" y="1304"/>
                    <a:pt x="4116070" y="1304"/>
                  </a:cubicBezTo>
                  <a:close/>
                  <a:moveTo>
                    <a:pt x="34899" y="0"/>
                  </a:moveTo>
                  <a:lnTo>
                    <a:pt x="1276895" y="1304"/>
                  </a:lnTo>
                  <a:cubicBezTo>
                    <a:pt x="1298797" y="1304"/>
                    <a:pt x="1319416" y="11456"/>
                    <a:pt x="1332487" y="29118"/>
                  </a:cubicBezTo>
                  <a:lnTo>
                    <a:pt x="3366712" y="2743035"/>
                  </a:lnTo>
                  <a:lnTo>
                    <a:pt x="1332819" y="5458275"/>
                  </a:lnTo>
                  <a:cubicBezTo>
                    <a:pt x="1319746" y="5475605"/>
                    <a:pt x="1299129" y="5486070"/>
                    <a:pt x="1277208" y="5486070"/>
                  </a:cubicBezTo>
                  <a:lnTo>
                    <a:pt x="34899" y="5486070"/>
                  </a:lnTo>
                  <a:cubicBezTo>
                    <a:pt x="6130" y="5486070"/>
                    <a:pt x="-10228" y="5453354"/>
                    <a:pt x="7102" y="5430459"/>
                  </a:cubicBezTo>
                  <a:lnTo>
                    <a:pt x="2022674" y="2743035"/>
                  </a:lnTo>
                  <a:lnTo>
                    <a:pt x="7102" y="55611"/>
                  </a:lnTo>
                  <a:cubicBezTo>
                    <a:pt x="-10228" y="32718"/>
                    <a:pt x="6130" y="0"/>
                    <a:pt x="34899" y="0"/>
                  </a:cubicBezTo>
                  <a:close/>
                </a:path>
              </a:pathLst>
            </a:custGeom>
          </p:spPr>
        </p:pic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6B6EE2E-9467-FF78-A61B-C4584FD33ED1}"/>
                </a:ext>
              </a:extLst>
            </p:cNvPr>
            <p:cNvSpPr/>
            <p:nvPr/>
          </p:nvSpPr>
          <p:spPr>
            <a:xfrm>
              <a:off x="7456901" y="685799"/>
              <a:ext cx="3366696" cy="5486069"/>
            </a:xfrm>
            <a:custGeom>
              <a:avLst/>
              <a:gdLst>
                <a:gd name="connsiteX0" fmla="*/ 72578 w 183377"/>
                <a:gd name="connsiteY0" fmla="*/ 1586 h 298816"/>
                <a:gd name="connsiteX1" fmla="*/ 69550 w 183377"/>
                <a:gd name="connsiteY1" fmla="*/ 71 h 298816"/>
                <a:gd name="connsiteX2" fmla="*/ 1901 w 183377"/>
                <a:gd name="connsiteY2" fmla="*/ 0 h 298816"/>
                <a:gd name="connsiteX3" fmla="*/ 387 w 183377"/>
                <a:gd name="connsiteY3" fmla="*/ 3029 h 298816"/>
                <a:gd name="connsiteX4" fmla="*/ 110171 w 183377"/>
                <a:gd name="connsiteY4" fmla="*/ 149408 h 298816"/>
                <a:gd name="connsiteX5" fmla="*/ 387 w 183377"/>
                <a:gd name="connsiteY5" fmla="*/ 295787 h 298816"/>
                <a:gd name="connsiteX6" fmla="*/ 1901 w 183377"/>
                <a:gd name="connsiteY6" fmla="*/ 298816 h 298816"/>
                <a:gd name="connsiteX7" fmla="*/ 69567 w 183377"/>
                <a:gd name="connsiteY7" fmla="*/ 298816 h 298816"/>
                <a:gd name="connsiteX8" fmla="*/ 72596 w 183377"/>
                <a:gd name="connsiteY8" fmla="*/ 297302 h 298816"/>
                <a:gd name="connsiteX9" fmla="*/ 183378 w 183377"/>
                <a:gd name="connsiteY9" fmla="*/ 149408 h 298816"/>
                <a:gd name="connsiteX10" fmla="*/ 72578 w 183377"/>
                <a:gd name="connsiteY10" fmla="*/ 1586 h 2988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83377" h="298816">
                  <a:moveTo>
                    <a:pt x="72578" y="1586"/>
                  </a:moveTo>
                  <a:cubicBezTo>
                    <a:pt x="71866" y="624"/>
                    <a:pt x="70743" y="71"/>
                    <a:pt x="69550" y="71"/>
                  </a:cubicBezTo>
                  <a:lnTo>
                    <a:pt x="1901" y="0"/>
                  </a:lnTo>
                  <a:cubicBezTo>
                    <a:pt x="334" y="0"/>
                    <a:pt x="-557" y="1782"/>
                    <a:pt x="387" y="3029"/>
                  </a:cubicBezTo>
                  <a:lnTo>
                    <a:pt x="110171" y="149408"/>
                  </a:lnTo>
                  <a:lnTo>
                    <a:pt x="387" y="295787"/>
                  </a:lnTo>
                  <a:cubicBezTo>
                    <a:pt x="-557" y="297034"/>
                    <a:pt x="334" y="298816"/>
                    <a:pt x="1901" y="298816"/>
                  </a:cubicBezTo>
                  <a:lnTo>
                    <a:pt x="69567" y="298816"/>
                  </a:lnTo>
                  <a:cubicBezTo>
                    <a:pt x="70761" y="298816"/>
                    <a:pt x="71884" y="298246"/>
                    <a:pt x="72596" y="297302"/>
                  </a:cubicBezTo>
                  <a:lnTo>
                    <a:pt x="183378" y="149408"/>
                  </a:lnTo>
                  <a:lnTo>
                    <a:pt x="72578" y="1586"/>
                  </a:lnTo>
                  <a:close/>
                </a:path>
              </a:pathLst>
            </a:custGeom>
            <a:gradFill>
              <a:gsLst>
                <a:gs pos="0">
                  <a:schemeClr val="accent4">
                    <a:alpha val="75000"/>
                  </a:schemeClr>
                </a:gs>
                <a:gs pos="100000">
                  <a:srgbClr val="FF001F">
                    <a:alpha val="75000"/>
                  </a:srgbClr>
                </a:gs>
              </a:gsLst>
              <a:lin ang="5400000" scaled="1"/>
            </a:gra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+mn-lt"/>
              </a:endParaRPr>
            </a:p>
          </p:txBody>
        </p:sp>
      </p:grp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B492765-6586-44A2-D9BF-902BD6884AC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77950" y="5473364"/>
            <a:ext cx="5753100" cy="228601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 sz="1200" b="1"/>
            </a:lvl1pPr>
            <a:lvl2pPr marL="173038" indent="0">
              <a:buNone/>
              <a:defRPr sz="1200"/>
            </a:lvl2pPr>
            <a:lvl3pPr marL="344487" indent="0">
              <a:buNone/>
              <a:defRPr sz="1200"/>
            </a:lvl3pPr>
            <a:lvl4pPr marL="517525" indent="0">
              <a:buNone/>
              <a:defRPr sz="1200"/>
            </a:lvl4pPr>
            <a:lvl5pPr marL="688975" indent="0">
              <a:buNone/>
              <a:defRPr sz="1200"/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5A0E76F3-5350-D2FA-EFE4-4F351C22062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77950" y="5730038"/>
            <a:ext cx="5753100" cy="228601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 sz="1200" b="0"/>
            </a:lvl1pPr>
            <a:lvl2pPr marL="173038" indent="0">
              <a:buNone/>
              <a:defRPr sz="1200"/>
            </a:lvl2pPr>
            <a:lvl3pPr marL="344487" indent="0">
              <a:buNone/>
              <a:defRPr sz="1200"/>
            </a:lvl3pPr>
            <a:lvl4pPr marL="517525" indent="0">
              <a:buNone/>
              <a:defRPr sz="1200"/>
            </a:lvl4pPr>
            <a:lvl5pPr marL="688975" indent="0">
              <a:buNone/>
              <a:defRPr sz="1200"/>
            </a:lvl5pPr>
          </a:lstStyle>
          <a:p>
            <a:pPr lvl="0"/>
            <a:r>
              <a:rPr lang="en-US"/>
              <a:t>Company</a:t>
            </a: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966D7F8A-7D76-A7A6-FE48-8F89173C3CBC}"/>
              </a:ext>
            </a:extLst>
          </p:cNvPr>
          <p:cNvSpPr/>
          <p:nvPr userDrawn="1"/>
        </p:nvSpPr>
        <p:spPr>
          <a:xfrm>
            <a:off x="1377950" y="1609625"/>
            <a:ext cx="671289" cy="497207"/>
          </a:xfrm>
          <a:custGeom>
            <a:avLst/>
            <a:gdLst>
              <a:gd name="connsiteX0" fmla="*/ 708302 w 831989"/>
              <a:gd name="connsiteY0" fmla="*/ 616235 h 616234"/>
              <a:gd name="connsiteX1" fmla="*/ 569465 w 831989"/>
              <a:gd name="connsiteY1" fmla="*/ 616235 h 616234"/>
              <a:gd name="connsiteX2" fmla="*/ 446071 w 831989"/>
              <a:gd name="connsiteY2" fmla="*/ 492841 h 616234"/>
              <a:gd name="connsiteX3" fmla="*/ 446071 w 831989"/>
              <a:gd name="connsiteY3" fmla="*/ 401214 h 616234"/>
              <a:gd name="connsiteX4" fmla="*/ 564465 w 831989"/>
              <a:gd name="connsiteY4" fmla="*/ 119570 h 616234"/>
              <a:gd name="connsiteX5" fmla="*/ 574907 w 831989"/>
              <a:gd name="connsiteY5" fmla="*/ 107657 h 616234"/>
              <a:gd name="connsiteX6" fmla="*/ 673005 w 831989"/>
              <a:gd name="connsiteY6" fmla="*/ 9266 h 616234"/>
              <a:gd name="connsiteX7" fmla="*/ 697713 w 831989"/>
              <a:gd name="connsiteY7" fmla="*/ 0 h 616234"/>
              <a:gd name="connsiteX8" fmla="*/ 724333 w 831989"/>
              <a:gd name="connsiteY8" fmla="*/ 16178 h 616234"/>
              <a:gd name="connsiteX9" fmla="*/ 738746 w 831989"/>
              <a:gd name="connsiteY9" fmla="*/ 53387 h 616234"/>
              <a:gd name="connsiteX10" fmla="*/ 735364 w 831989"/>
              <a:gd name="connsiteY10" fmla="*/ 101921 h 616234"/>
              <a:gd name="connsiteX11" fmla="*/ 702125 w 831989"/>
              <a:gd name="connsiteY11" fmla="*/ 155014 h 616234"/>
              <a:gd name="connsiteX12" fmla="*/ 666680 w 831989"/>
              <a:gd name="connsiteY12" fmla="*/ 223256 h 616234"/>
              <a:gd name="connsiteX13" fmla="*/ 666533 w 831989"/>
              <a:gd name="connsiteY13" fmla="*/ 230757 h 616234"/>
              <a:gd name="connsiteX14" fmla="*/ 708596 w 831989"/>
              <a:gd name="connsiteY14" fmla="*/ 230610 h 616234"/>
              <a:gd name="connsiteX15" fmla="*/ 831990 w 831989"/>
              <a:gd name="connsiteY15" fmla="*/ 354004 h 616234"/>
              <a:gd name="connsiteX16" fmla="*/ 831990 w 831989"/>
              <a:gd name="connsiteY16" fmla="*/ 492841 h 616234"/>
              <a:gd name="connsiteX17" fmla="*/ 708302 w 831989"/>
              <a:gd name="connsiteY17" fmla="*/ 616235 h 616234"/>
              <a:gd name="connsiteX18" fmla="*/ 697418 w 831989"/>
              <a:gd name="connsiteY18" fmla="*/ 21620 h 616234"/>
              <a:gd name="connsiteX19" fmla="*/ 686682 w 831989"/>
              <a:gd name="connsiteY19" fmla="*/ 25738 h 616234"/>
              <a:gd name="connsiteX20" fmla="*/ 591085 w 831989"/>
              <a:gd name="connsiteY20" fmla="*/ 121776 h 616234"/>
              <a:gd name="connsiteX21" fmla="*/ 580643 w 831989"/>
              <a:gd name="connsiteY21" fmla="*/ 133836 h 616234"/>
              <a:gd name="connsiteX22" fmla="*/ 467691 w 831989"/>
              <a:gd name="connsiteY22" fmla="*/ 401214 h 616234"/>
              <a:gd name="connsiteX23" fmla="*/ 467691 w 831989"/>
              <a:gd name="connsiteY23" fmla="*/ 492841 h 616234"/>
              <a:gd name="connsiteX24" fmla="*/ 569465 w 831989"/>
              <a:gd name="connsiteY24" fmla="*/ 594615 h 616234"/>
              <a:gd name="connsiteX25" fmla="*/ 708302 w 831989"/>
              <a:gd name="connsiteY25" fmla="*/ 594615 h 616234"/>
              <a:gd name="connsiteX26" fmla="*/ 810076 w 831989"/>
              <a:gd name="connsiteY26" fmla="*/ 492841 h 616234"/>
              <a:gd name="connsiteX27" fmla="*/ 810076 w 831989"/>
              <a:gd name="connsiteY27" fmla="*/ 354004 h 616234"/>
              <a:gd name="connsiteX28" fmla="*/ 708302 w 831989"/>
              <a:gd name="connsiteY28" fmla="*/ 252230 h 616234"/>
              <a:gd name="connsiteX29" fmla="*/ 666828 w 831989"/>
              <a:gd name="connsiteY29" fmla="*/ 252230 h 616234"/>
              <a:gd name="connsiteX30" fmla="*/ 648884 w 831989"/>
              <a:gd name="connsiteY30" fmla="*/ 243699 h 616234"/>
              <a:gd name="connsiteX31" fmla="*/ 645649 w 831989"/>
              <a:gd name="connsiteY31" fmla="*/ 217226 h 616234"/>
              <a:gd name="connsiteX32" fmla="*/ 683741 w 831989"/>
              <a:gd name="connsiteY32" fmla="*/ 143396 h 616234"/>
              <a:gd name="connsiteX33" fmla="*/ 716685 w 831989"/>
              <a:gd name="connsiteY33" fmla="*/ 90744 h 616234"/>
              <a:gd name="connsiteX34" fmla="*/ 717568 w 831989"/>
              <a:gd name="connsiteY34" fmla="*/ 58682 h 616234"/>
              <a:gd name="connsiteX35" fmla="*/ 704919 w 831989"/>
              <a:gd name="connsiteY35" fmla="*/ 26179 h 616234"/>
              <a:gd name="connsiteX36" fmla="*/ 697418 w 831989"/>
              <a:gd name="connsiteY36" fmla="*/ 21620 h 616234"/>
              <a:gd name="connsiteX37" fmla="*/ 262230 w 831989"/>
              <a:gd name="connsiteY37" fmla="*/ 616235 h 616234"/>
              <a:gd name="connsiteX38" fmla="*/ 123394 w 831989"/>
              <a:gd name="connsiteY38" fmla="*/ 616235 h 616234"/>
              <a:gd name="connsiteX39" fmla="*/ 0 w 831989"/>
              <a:gd name="connsiteY39" fmla="*/ 492841 h 616234"/>
              <a:gd name="connsiteX40" fmla="*/ 0 w 831989"/>
              <a:gd name="connsiteY40" fmla="*/ 401214 h 616234"/>
              <a:gd name="connsiteX41" fmla="*/ 118394 w 831989"/>
              <a:gd name="connsiteY41" fmla="*/ 119570 h 616234"/>
              <a:gd name="connsiteX42" fmla="*/ 128689 w 831989"/>
              <a:gd name="connsiteY42" fmla="*/ 107804 h 616234"/>
              <a:gd name="connsiteX43" fmla="*/ 226786 w 831989"/>
              <a:gd name="connsiteY43" fmla="*/ 9266 h 616234"/>
              <a:gd name="connsiteX44" fmla="*/ 251494 w 831989"/>
              <a:gd name="connsiteY44" fmla="*/ 0 h 616234"/>
              <a:gd name="connsiteX45" fmla="*/ 278114 w 831989"/>
              <a:gd name="connsiteY45" fmla="*/ 16178 h 616234"/>
              <a:gd name="connsiteX46" fmla="*/ 292527 w 831989"/>
              <a:gd name="connsiteY46" fmla="*/ 53387 h 616234"/>
              <a:gd name="connsiteX47" fmla="*/ 289145 w 831989"/>
              <a:gd name="connsiteY47" fmla="*/ 101921 h 616234"/>
              <a:gd name="connsiteX48" fmla="*/ 255907 w 831989"/>
              <a:gd name="connsiteY48" fmla="*/ 155014 h 616234"/>
              <a:gd name="connsiteX49" fmla="*/ 220462 w 831989"/>
              <a:gd name="connsiteY49" fmla="*/ 223256 h 616234"/>
              <a:gd name="connsiteX50" fmla="*/ 220315 w 831989"/>
              <a:gd name="connsiteY50" fmla="*/ 230757 h 616234"/>
              <a:gd name="connsiteX51" fmla="*/ 262378 w 831989"/>
              <a:gd name="connsiteY51" fmla="*/ 230610 h 616234"/>
              <a:gd name="connsiteX52" fmla="*/ 385771 w 831989"/>
              <a:gd name="connsiteY52" fmla="*/ 354004 h 616234"/>
              <a:gd name="connsiteX53" fmla="*/ 385771 w 831989"/>
              <a:gd name="connsiteY53" fmla="*/ 492841 h 616234"/>
              <a:gd name="connsiteX54" fmla="*/ 262230 w 831989"/>
              <a:gd name="connsiteY54" fmla="*/ 616235 h 616234"/>
              <a:gd name="connsiteX55" fmla="*/ 251347 w 831989"/>
              <a:gd name="connsiteY55" fmla="*/ 21620 h 616234"/>
              <a:gd name="connsiteX56" fmla="*/ 240611 w 831989"/>
              <a:gd name="connsiteY56" fmla="*/ 25738 h 616234"/>
              <a:gd name="connsiteX57" fmla="*/ 144867 w 831989"/>
              <a:gd name="connsiteY57" fmla="*/ 121923 h 616234"/>
              <a:gd name="connsiteX58" fmla="*/ 134572 w 831989"/>
              <a:gd name="connsiteY58" fmla="*/ 133836 h 616234"/>
              <a:gd name="connsiteX59" fmla="*/ 21620 w 831989"/>
              <a:gd name="connsiteY59" fmla="*/ 401214 h 616234"/>
              <a:gd name="connsiteX60" fmla="*/ 21620 w 831989"/>
              <a:gd name="connsiteY60" fmla="*/ 492841 h 616234"/>
              <a:gd name="connsiteX61" fmla="*/ 123394 w 831989"/>
              <a:gd name="connsiteY61" fmla="*/ 594615 h 616234"/>
              <a:gd name="connsiteX62" fmla="*/ 262230 w 831989"/>
              <a:gd name="connsiteY62" fmla="*/ 594615 h 616234"/>
              <a:gd name="connsiteX63" fmla="*/ 364005 w 831989"/>
              <a:gd name="connsiteY63" fmla="*/ 492841 h 616234"/>
              <a:gd name="connsiteX64" fmla="*/ 364005 w 831989"/>
              <a:gd name="connsiteY64" fmla="*/ 354004 h 616234"/>
              <a:gd name="connsiteX65" fmla="*/ 262230 w 831989"/>
              <a:gd name="connsiteY65" fmla="*/ 252230 h 616234"/>
              <a:gd name="connsiteX66" fmla="*/ 220903 w 831989"/>
              <a:gd name="connsiteY66" fmla="*/ 252230 h 616234"/>
              <a:gd name="connsiteX67" fmla="*/ 203107 w 831989"/>
              <a:gd name="connsiteY67" fmla="*/ 243699 h 616234"/>
              <a:gd name="connsiteX68" fmla="*/ 199724 w 831989"/>
              <a:gd name="connsiteY68" fmla="*/ 217226 h 616234"/>
              <a:gd name="connsiteX69" fmla="*/ 237816 w 831989"/>
              <a:gd name="connsiteY69" fmla="*/ 143396 h 616234"/>
              <a:gd name="connsiteX70" fmla="*/ 270761 w 831989"/>
              <a:gd name="connsiteY70" fmla="*/ 90744 h 616234"/>
              <a:gd name="connsiteX71" fmla="*/ 271643 w 831989"/>
              <a:gd name="connsiteY71" fmla="*/ 58682 h 616234"/>
              <a:gd name="connsiteX72" fmla="*/ 258995 w 831989"/>
              <a:gd name="connsiteY72" fmla="*/ 26179 h 616234"/>
              <a:gd name="connsiteX73" fmla="*/ 251347 w 831989"/>
              <a:gd name="connsiteY73" fmla="*/ 21620 h 616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</a:cxnLst>
            <a:rect l="l" t="t" r="r" b="b"/>
            <a:pathLst>
              <a:path w="831989" h="616234">
                <a:moveTo>
                  <a:pt x="708302" y="616235"/>
                </a:moveTo>
                <a:lnTo>
                  <a:pt x="569465" y="616235"/>
                </a:lnTo>
                <a:cubicBezTo>
                  <a:pt x="501518" y="616235"/>
                  <a:pt x="446071" y="560935"/>
                  <a:pt x="446071" y="492841"/>
                </a:cubicBezTo>
                <a:lnTo>
                  <a:pt x="446071" y="401214"/>
                </a:lnTo>
                <a:cubicBezTo>
                  <a:pt x="446071" y="305470"/>
                  <a:pt x="486958" y="208108"/>
                  <a:pt x="564465" y="119570"/>
                </a:cubicBezTo>
                <a:lnTo>
                  <a:pt x="574907" y="107657"/>
                </a:lnTo>
                <a:cubicBezTo>
                  <a:pt x="597115" y="81919"/>
                  <a:pt x="624765" y="50005"/>
                  <a:pt x="673005" y="9266"/>
                </a:cubicBezTo>
                <a:cubicBezTo>
                  <a:pt x="679917" y="3383"/>
                  <a:pt x="688888" y="0"/>
                  <a:pt x="697713" y="0"/>
                </a:cubicBezTo>
                <a:cubicBezTo>
                  <a:pt x="709331" y="0"/>
                  <a:pt x="719038" y="5883"/>
                  <a:pt x="724333" y="16178"/>
                </a:cubicBezTo>
                <a:cubicBezTo>
                  <a:pt x="730804" y="28679"/>
                  <a:pt x="735657" y="41180"/>
                  <a:pt x="738746" y="53387"/>
                </a:cubicBezTo>
                <a:cubicBezTo>
                  <a:pt x="743893" y="73830"/>
                  <a:pt x="742864" y="89714"/>
                  <a:pt x="735364" y="101921"/>
                </a:cubicBezTo>
                <a:cubicBezTo>
                  <a:pt x="721833" y="124276"/>
                  <a:pt x="710949" y="141190"/>
                  <a:pt x="702125" y="155014"/>
                </a:cubicBezTo>
                <a:cubicBezTo>
                  <a:pt x="682417" y="185753"/>
                  <a:pt x="673446" y="199725"/>
                  <a:pt x="666680" y="223256"/>
                </a:cubicBezTo>
                <a:cubicBezTo>
                  <a:pt x="665504" y="227521"/>
                  <a:pt x="666092" y="230316"/>
                  <a:pt x="666533" y="230757"/>
                </a:cubicBezTo>
                <a:lnTo>
                  <a:pt x="708596" y="230610"/>
                </a:lnTo>
                <a:cubicBezTo>
                  <a:pt x="776544" y="230610"/>
                  <a:pt x="831990" y="285909"/>
                  <a:pt x="831990" y="354004"/>
                </a:cubicBezTo>
                <a:lnTo>
                  <a:pt x="831990" y="492841"/>
                </a:lnTo>
                <a:cubicBezTo>
                  <a:pt x="831549" y="560935"/>
                  <a:pt x="776249" y="616235"/>
                  <a:pt x="708302" y="616235"/>
                </a:cubicBezTo>
                <a:close/>
                <a:moveTo>
                  <a:pt x="697418" y="21620"/>
                </a:moveTo>
                <a:cubicBezTo>
                  <a:pt x="693889" y="21620"/>
                  <a:pt x="689771" y="23238"/>
                  <a:pt x="686682" y="25738"/>
                </a:cubicBezTo>
                <a:cubicBezTo>
                  <a:pt x="639766" y="65447"/>
                  <a:pt x="613881" y="95303"/>
                  <a:pt x="591085" y="121776"/>
                </a:cubicBezTo>
                <a:lnTo>
                  <a:pt x="580643" y="133836"/>
                </a:lnTo>
                <a:cubicBezTo>
                  <a:pt x="529167" y="192665"/>
                  <a:pt x="467691" y="286939"/>
                  <a:pt x="467691" y="401214"/>
                </a:cubicBezTo>
                <a:lnTo>
                  <a:pt x="467691" y="492841"/>
                </a:lnTo>
                <a:cubicBezTo>
                  <a:pt x="467691" y="549022"/>
                  <a:pt x="513284" y="594615"/>
                  <a:pt x="569465" y="594615"/>
                </a:cubicBezTo>
                <a:lnTo>
                  <a:pt x="708302" y="594615"/>
                </a:lnTo>
                <a:cubicBezTo>
                  <a:pt x="764336" y="594615"/>
                  <a:pt x="810076" y="549022"/>
                  <a:pt x="810076" y="492841"/>
                </a:cubicBezTo>
                <a:lnTo>
                  <a:pt x="810076" y="354004"/>
                </a:lnTo>
                <a:cubicBezTo>
                  <a:pt x="810076" y="297822"/>
                  <a:pt x="764484" y="252230"/>
                  <a:pt x="708302" y="252230"/>
                </a:cubicBezTo>
                <a:lnTo>
                  <a:pt x="666828" y="252230"/>
                </a:lnTo>
                <a:cubicBezTo>
                  <a:pt x="659474" y="252230"/>
                  <a:pt x="653003" y="249141"/>
                  <a:pt x="648884" y="243699"/>
                </a:cubicBezTo>
                <a:cubicBezTo>
                  <a:pt x="643884" y="236934"/>
                  <a:pt x="642561" y="227375"/>
                  <a:pt x="645649" y="217226"/>
                </a:cubicBezTo>
                <a:cubicBezTo>
                  <a:pt x="653297" y="190753"/>
                  <a:pt x="663445" y="175017"/>
                  <a:pt x="683741" y="143396"/>
                </a:cubicBezTo>
                <a:cubicBezTo>
                  <a:pt x="692565" y="129718"/>
                  <a:pt x="703301" y="112952"/>
                  <a:pt x="716685" y="90744"/>
                </a:cubicBezTo>
                <a:cubicBezTo>
                  <a:pt x="720950" y="83684"/>
                  <a:pt x="721244" y="73242"/>
                  <a:pt x="717568" y="58682"/>
                </a:cubicBezTo>
                <a:cubicBezTo>
                  <a:pt x="714921" y="48093"/>
                  <a:pt x="710655" y="37209"/>
                  <a:pt x="704919" y="26179"/>
                </a:cubicBezTo>
                <a:cubicBezTo>
                  <a:pt x="703890" y="24120"/>
                  <a:pt x="702125" y="21620"/>
                  <a:pt x="697418" y="21620"/>
                </a:cubicBezTo>
                <a:close/>
                <a:moveTo>
                  <a:pt x="262230" y="616235"/>
                </a:moveTo>
                <a:lnTo>
                  <a:pt x="123394" y="616235"/>
                </a:lnTo>
                <a:cubicBezTo>
                  <a:pt x="55446" y="616235"/>
                  <a:pt x="0" y="560935"/>
                  <a:pt x="0" y="492841"/>
                </a:cubicBezTo>
                <a:lnTo>
                  <a:pt x="0" y="401214"/>
                </a:lnTo>
                <a:cubicBezTo>
                  <a:pt x="0" y="305470"/>
                  <a:pt x="40886" y="208108"/>
                  <a:pt x="118394" y="119570"/>
                </a:cubicBezTo>
                <a:lnTo>
                  <a:pt x="128689" y="107804"/>
                </a:lnTo>
                <a:cubicBezTo>
                  <a:pt x="150896" y="82067"/>
                  <a:pt x="178546" y="50005"/>
                  <a:pt x="226786" y="9266"/>
                </a:cubicBezTo>
                <a:cubicBezTo>
                  <a:pt x="233698" y="3383"/>
                  <a:pt x="242670" y="0"/>
                  <a:pt x="251494" y="0"/>
                </a:cubicBezTo>
                <a:cubicBezTo>
                  <a:pt x="263113" y="0"/>
                  <a:pt x="272820" y="5883"/>
                  <a:pt x="278114" y="16178"/>
                </a:cubicBezTo>
                <a:cubicBezTo>
                  <a:pt x="284586" y="28679"/>
                  <a:pt x="289439" y="41180"/>
                  <a:pt x="292527" y="53387"/>
                </a:cubicBezTo>
                <a:cubicBezTo>
                  <a:pt x="297675" y="73978"/>
                  <a:pt x="296646" y="89714"/>
                  <a:pt x="289145" y="101921"/>
                </a:cubicBezTo>
                <a:cubicBezTo>
                  <a:pt x="275614" y="124276"/>
                  <a:pt x="264731" y="141190"/>
                  <a:pt x="255907" y="155014"/>
                </a:cubicBezTo>
                <a:cubicBezTo>
                  <a:pt x="236199" y="185753"/>
                  <a:pt x="227227" y="199725"/>
                  <a:pt x="220462" y="223256"/>
                </a:cubicBezTo>
                <a:cubicBezTo>
                  <a:pt x="219285" y="227521"/>
                  <a:pt x="219874" y="230316"/>
                  <a:pt x="220315" y="230757"/>
                </a:cubicBezTo>
                <a:lnTo>
                  <a:pt x="262378" y="230610"/>
                </a:lnTo>
                <a:cubicBezTo>
                  <a:pt x="330325" y="230610"/>
                  <a:pt x="385771" y="285909"/>
                  <a:pt x="385771" y="354004"/>
                </a:cubicBezTo>
                <a:lnTo>
                  <a:pt x="385771" y="492841"/>
                </a:lnTo>
                <a:cubicBezTo>
                  <a:pt x="385477" y="560935"/>
                  <a:pt x="330178" y="616235"/>
                  <a:pt x="262230" y="616235"/>
                </a:cubicBezTo>
                <a:close/>
                <a:moveTo>
                  <a:pt x="251347" y="21620"/>
                </a:moveTo>
                <a:cubicBezTo>
                  <a:pt x="247818" y="21620"/>
                  <a:pt x="243699" y="23238"/>
                  <a:pt x="240611" y="25738"/>
                </a:cubicBezTo>
                <a:cubicBezTo>
                  <a:pt x="193547" y="65447"/>
                  <a:pt x="167663" y="95450"/>
                  <a:pt x="144867" y="121923"/>
                </a:cubicBezTo>
                <a:lnTo>
                  <a:pt x="134572" y="133836"/>
                </a:lnTo>
                <a:cubicBezTo>
                  <a:pt x="82949" y="192665"/>
                  <a:pt x="21620" y="286939"/>
                  <a:pt x="21620" y="401214"/>
                </a:cubicBezTo>
                <a:lnTo>
                  <a:pt x="21620" y="492841"/>
                </a:lnTo>
                <a:cubicBezTo>
                  <a:pt x="21620" y="549022"/>
                  <a:pt x="67212" y="594615"/>
                  <a:pt x="123394" y="594615"/>
                </a:cubicBezTo>
                <a:lnTo>
                  <a:pt x="262230" y="594615"/>
                </a:lnTo>
                <a:cubicBezTo>
                  <a:pt x="318412" y="594615"/>
                  <a:pt x="364005" y="549022"/>
                  <a:pt x="364005" y="492841"/>
                </a:cubicBezTo>
                <a:lnTo>
                  <a:pt x="364005" y="354004"/>
                </a:lnTo>
                <a:cubicBezTo>
                  <a:pt x="364005" y="297822"/>
                  <a:pt x="318412" y="252230"/>
                  <a:pt x="262230" y="252230"/>
                </a:cubicBezTo>
                <a:lnTo>
                  <a:pt x="220903" y="252230"/>
                </a:lnTo>
                <a:cubicBezTo>
                  <a:pt x="213550" y="252230"/>
                  <a:pt x="207225" y="249141"/>
                  <a:pt x="203107" y="243699"/>
                </a:cubicBezTo>
                <a:cubicBezTo>
                  <a:pt x="198107" y="236934"/>
                  <a:pt x="196783" y="227375"/>
                  <a:pt x="199724" y="217226"/>
                </a:cubicBezTo>
                <a:cubicBezTo>
                  <a:pt x="207373" y="190753"/>
                  <a:pt x="217520" y="175017"/>
                  <a:pt x="237816" y="143396"/>
                </a:cubicBezTo>
                <a:cubicBezTo>
                  <a:pt x="246641" y="129718"/>
                  <a:pt x="257377" y="112952"/>
                  <a:pt x="270761" y="90744"/>
                </a:cubicBezTo>
                <a:cubicBezTo>
                  <a:pt x="275026" y="83831"/>
                  <a:pt x="275320" y="73242"/>
                  <a:pt x="271643" y="58682"/>
                </a:cubicBezTo>
                <a:cubicBezTo>
                  <a:pt x="268996" y="48093"/>
                  <a:pt x="264731" y="37209"/>
                  <a:pt x="258995" y="26179"/>
                </a:cubicBezTo>
                <a:cubicBezTo>
                  <a:pt x="257818" y="24120"/>
                  <a:pt x="256053" y="21620"/>
                  <a:pt x="251347" y="21620"/>
                </a:cubicBezTo>
                <a:close/>
              </a:path>
            </a:pathLst>
          </a:custGeom>
          <a:gradFill>
            <a:gsLst>
              <a:gs pos="0">
                <a:srgbClr val="05A9FF"/>
              </a:gs>
              <a:gs pos="100000">
                <a:schemeClr val="accent2"/>
              </a:gs>
            </a:gsLst>
            <a:lin ang="5400000" scaled="1"/>
          </a:gradFill>
          <a:ln w="147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D7939734-ED38-6138-9266-1D32C20097AC}"/>
              </a:ext>
            </a:extLst>
          </p:cNvPr>
          <p:cNvSpPr txBox="1">
            <a:spLocks/>
          </p:cNvSpPr>
          <p:nvPr userDrawn="1"/>
        </p:nvSpPr>
        <p:spPr>
          <a:xfrm>
            <a:off x="287769" y="6292415"/>
            <a:ext cx="338861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404250C-081D-1E49-AC43-BC6715A416E0}" type="slidenum">
              <a:rPr lang="en-US" sz="600" b="1" smtClean="0">
                <a:solidFill>
                  <a:schemeClr val="tx1">
                    <a:alpha val="50000"/>
                  </a:schemeClr>
                </a:solidFill>
              </a:rPr>
              <a:pPr algn="ctr"/>
              <a:t>‹#›</a:t>
            </a:fld>
            <a:endParaRPr lang="en-US" sz="600" b="1">
              <a:solidFill>
                <a:schemeClr val="tx1">
                  <a:alpha val="50000"/>
                </a:schemeClr>
              </a:solidFill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AC508A87-81D7-DE46-85E4-CCDE2B3AF1D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3" r="13"/>
          <a:stretch/>
        </p:blipFill>
        <p:spPr>
          <a:xfrm>
            <a:off x="685801" y="685801"/>
            <a:ext cx="598067" cy="203650"/>
          </a:xfrm>
          <a:prstGeom prst="rect">
            <a:avLst/>
          </a:prstGeom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0304AB50-0DA7-076C-858F-4F4372CF12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85800" y="6292415"/>
            <a:ext cx="4375150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24490749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Slide Custom Imag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C6E21FC-F68D-9171-CF0E-1321B7D61B8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238250"/>
          </a:xfrm>
          <a:prstGeom prst="rect">
            <a:avLst/>
          </a:prstGeom>
        </p:spPr>
      </p:pic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524ED819-4188-2EE1-01FD-CE23AFFAFA4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142480" y="685800"/>
            <a:ext cx="5049520" cy="5484734"/>
          </a:xfrm>
          <a:custGeom>
            <a:avLst/>
            <a:gdLst>
              <a:gd name="connsiteX0" fmla="*/ 296144 w 5049520"/>
              <a:gd name="connsiteY0" fmla="*/ 0 h 5484734"/>
              <a:gd name="connsiteX1" fmla="*/ 5049520 w 5049520"/>
              <a:gd name="connsiteY1" fmla="*/ 0 h 5484734"/>
              <a:gd name="connsiteX2" fmla="*/ 5049520 w 5049520"/>
              <a:gd name="connsiteY2" fmla="*/ 5484734 h 5484734"/>
              <a:gd name="connsiteX3" fmla="*/ 296153 w 5049520"/>
              <a:gd name="connsiteY3" fmla="*/ 5484734 h 5484734"/>
              <a:gd name="connsiteX4" fmla="*/ 6016 w 5049520"/>
              <a:gd name="connsiteY4" fmla="*/ 5248266 h 5484734"/>
              <a:gd name="connsiteX5" fmla="*/ 0 w 5049520"/>
              <a:gd name="connsiteY5" fmla="*/ 5188590 h 5484734"/>
              <a:gd name="connsiteX6" fmla="*/ 0 w 5049520"/>
              <a:gd name="connsiteY6" fmla="*/ 296143 h 5484734"/>
              <a:gd name="connsiteX7" fmla="*/ 6016 w 5049520"/>
              <a:gd name="connsiteY7" fmla="*/ 236468 h 5484734"/>
              <a:gd name="connsiteX8" fmla="*/ 236468 w 5049520"/>
              <a:gd name="connsiteY8" fmla="*/ 6016 h 5484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049520" h="5484734">
                <a:moveTo>
                  <a:pt x="296144" y="0"/>
                </a:moveTo>
                <a:lnTo>
                  <a:pt x="5049520" y="0"/>
                </a:lnTo>
                <a:lnTo>
                  <a:pt x="5049520" y="5484734"/>
                </a:lnTo>
                <a:lnTo>
                  <a:pt x="296153" y="5484734"/>
                </a:lnTo>
                <a:cubicBezTo>
                  <a:pt x="153037" y="5484734"/>
                  <a:pt x="33631" y="5383218"/>
                  <a:pt x="6016" y="5248266"/>
                </a:cubicBezTo>
                <a:lnTo>
                  <a:pt x="0" y="5188590"/>
                </a:lnTo>
                <a:lnTo>
                  <a:pt x="0" y="296143"/>
                </a:lnTo>
                <a:lnTo>
                  <a:pt x="6016" y="236468"/>
                </a:lnTo>
                <a:cubicBezTo>
                  <a:pt x="29686" y="120795"/>
                  <a:pt x="120795" y="29686"/>
                  <a:pt x="236468" y="6016"/>
                </a:cubicBezTo>
                <a:close/>
              </a:path>
            </a:pathLst>
          </a:custGeom>
          <a:noFill/>
          <a:ln>
            <a:noFill/>
          </a:ln>
        </p:spPr>
        <p:txBody>
          <a:bodyPr wrap="square" lIns="91440" tIns="91440" rIns="91440">
            <a:noAutofit/>
          </a:bodyPr>
          <a:lstStyle>
            <a:lvl1pPr marL="0" indent="0">
              <a:buNone/>
              <a:defRPr lang="en-US" dirty="0"/>
            </a:lvl1pPr>
          </a:lstStyle>
          <a:p>
            <a:pPr marL="173038" marR="0" lvl="0" indent="-173038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ptos" panose="020B0004020202020204" pitchFamily="34" charset="0"/>
              <a:buChar char="•"/>
              <a:tabLst/>
              <a:defRPr/>
            </a:pPr>
            <a:r>
              <a:rPr lang="en-US"/>
              <a:t>Step 1: Select blue overlay box and send to back by right clicking and choosing “Send to Back”</a:t>
            </a:r>
            <a:br>
              <a:rPr lang="en-US"/>
            </a:br>
            <a:r>
              <a:rPr lang="en-US"/>
              <a:t>Step 2: Click on the picture icon to insert picture</a:t>
            </a:r>
            <a:br>
              <a:rPr lang="en-US"/>
            </a:br>
            <a:r>
              <a:rPr lang="en-US"/>
              <a:t>Step 3: Click the Reset button on the Home tab to reset the position, size and formatting of the slide placeholders to their default setting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FF6272E3-7D12-B8EE-1331-1CA0CB89B84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772775" y="1828800"/>
            <a:ext cx="3419221" cy="4341733"/>
          </a:xfrm>
          <a:custGeom>
            <a:avLst/>
            <a:gdLst>
              <a:gd name="connsiteX0" fmla="*/ 3419221 w 3419221"/>
              <a:gd name="connsiteY0" fmla="*/ 0 h 4341733"/>
              <a:gd name="connsiteX1" fmla="*/ 3419221 w 3419221"/>
              <a:gd name="connsiteY1" fmla="*/ 4341733 h 4341733"/>
              <a:gd name="connsiteX2" fmla="*/ 0 w 3419221"/>
              <a:gd name="connsiteY2" fmla="*/ 4341733 h 4341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19221" h="4341733">
                <a:moveTo>
                  <a:pt x="3419221" y="0"/>
                </a:moveTo>
                <a:lnTo>
                  <a:pt x="3419221" y="4341733"/>
                </a:lnTo>
                <a:lnTo>
                  <a:pt x="0" y="4341733"/>
                </a:lnTo>
                <a:close/>
              </a:path>
            </a:pathLst>
          </a:custGeom>
          <a:gradFill>
            <a:gsLst>
              <a:gs pos="0">
                <a:schemeClr val="accent4">
                  <a:alpha val="75000"/>
                </a:schemeClr>
              </a:gs>
              <a:gs pos="100000">
                <a:srgbClr val="FF001F">
                  <a:alpha val="75000"/>
                </a:srgbClr>
              </a:gs>
            </a:gsLst>
            <a:lin ang="5400000" scaled="1"/>
          </a:gradFill>
        </p:spPr>
        <p:txBody>
          <a:bodyPr wrap="square" lIns="914400" tIns="91440" rIns="365760" bIns="36576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200" b="1" cap="all" spc="3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add text here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4C03C05-9EFB-854A-B8D0-BE2A0202E997}"/>
              </a:ext>
            </a:extLst>
          </p:cNvPr>
          <p:cNvSpPr txBox="1">
            <a:spLocks/>
          </p:cNvSpPr>
          <p:nvPr userDrawn="1"/>
        </p:nvSpPr>
        <p:spPr>
          <a:xfrm>
            <a:off x="287771" y="6489810"/>
            <a:ext cx="338861" cy="256032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404250C-081D-1E49-AC43-BC6715A416E0}" type="slidenum">
              <a:rPr lang="en-US" smtClean="0">
                <a:solidFill>
                  <a:schemeClr val="bg2"/>
                </a:solidFill>
              </a:rPr>
              <a:pPr algn="ctr"/>
              <a:t>‹#›</a:t>
            </a:fld>
            <a:endParaRPr lang="en-US">
              <a:solidFill>
                <a:schemeClr val="bg2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59F26C2-B063-0E3A-AA5E-D36F68BB0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7950" y="2480996"/>
            <a:ext cx="4603750" cy="2091003"/>
          </a:xfrm>
        </p:spPr>
        <p:txBody>
          <a:bodyPr anchor="t"/>
          <a:lstStyle>
            <a:lvl1pPr>
              <a:lnSpc>
                <a:spcPct val="120000"/>
              </a:lnSpc>
              <a:defRPr sz="2000" b="0" spc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C77259BE-564F-1947-88F8-57A3E247C54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77950" y="4802604"/>
            <a:ext cx="4603750" cy="457200"/>
          </a:xfrm>
          <a:prstGeom prst="rect">
            <a:avLst/>
          </a:prstGeom>
          <a:noFill/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cap="none" baseline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4B1D998E-CBBC-CB4A-9AFD-0F48F4C07A80}"/>
              </a:ext>
            </a:extLst>
          </p:cNvPr>
          <p:cNvSpPr/>
          <p:nvPr userDrawn="1"/>
        </p:nvSpPr>
        <p:spPr>
          <a:xfrm>
            <a:off x="1377950" y="1609625"/>
            <a:ext cx="671289" cy="497207"/>
          </a:xfrm>
          <a:custGeom>
            <a:avLst/>
            <a:gdLst>
              <a:gd name="connsiteX0" fmla="*/ 708302 w 831989"/>
              <a:gd name="connsiteY0" fmla="*/ 616235 h 616234"/>
              <a:gd name="connsiteX1" fmla="*/ 569465 w 831989"/>
              <a:gd name="connsiteY1" fmla="*/ 616235 h 616234"/>
              <a:gd name="connsiteX2" fmla="*/ 446071 w 831989"/>
              <a:gd name="connsiteY2" fmla="*/ 492841 h 616234"/>
              <a:gd name="connsiteX3" fmla="*/ 446071 w 831989"/>
              <a:gd name="connsiteY3" fmla="*/ 401214 h 616234"/>
              <a:gd name="connsiteX4" fmla="*/ 564465 w 831989"/>
              <a:gd name="connsiteY4" fmla="*/ 119570 h 616234"/>
              <a:gd name="connsiteX5" fmla="*/ 574907 w 831989"/>
              <a:gd name="connsiteY5" fmla="*/ 107657 h 616234"/>
              <a:gd name="connsiteX6" fmla="*/ 673005 w 831989"/>
              <a:gd name="connsiteY6" fmla="*/ 9266 h 616234"/>
              <a:gd name="connsiteX7" fmla="*/ 697713 w 831989"/>
              <a:gd name="connsiteY7" fmla="*/ 0 h 616234"/>
              <a:gd name="connsiteX8" fmla="*/ 724333 w 831989"/>
              <a:gd name="connsiteY8" fmla="*/ 16178 h 616234"/>
              <a:gd name="connsiteX9" fmla="*/ 738746 w 831989"/>
              <a:gd name="connsiteY9" fmla="*/ 53387 h 616234"/>
              <a:gd name="connsiteX10" fmla="*/ 735364 w 831989"/>
              <a:gd name="connsiteY10" fmla="*/ 101921 h 616234"/>
              <a:gd name="connsiteX11" fmla="*/ 702125 w 831989"/>
              <a:gd name="connsiteY11" fmla="*/ 155014 h 616234"/>
              <a:gd name="connsiteX12" fmla="*/ 666680 w 831989"/>
              <a:gd name="connsiteY12" fmla="*/ 223256 h 616234"/>
              <a:gd name="connsiteX13" fmla="*/ 666533 w 831989"/>
              <a:gd name="connsiteY13" fmla="*/ 230757 h 616234"/>
              <a:gd name="connsiteX14" fmla="*/ 708596 w 831989"/>
              <a:gd name="connsiteY14" fmla="*/ 230610 h 616234"/>
              <a:gd name="connsiteX15" fmla="*/ 831990 w 831989"/>
              <a:gd name="connsiteY15" fmla="*/ 354004 h 616234"/>
              <a:gd name="connsiteX16" fmla="*/ 831990 w 831989"/>
              <a:gd name="connsiteY16" fmla="*/ 492841 h 616234"/>
              <a:gd name="connsiteX17" fmla="*/ 708302 w 831989"/>
              <a:gd name="connsiteY17" fmla="*/ 616235 h 616234"/>
              <a:gd name="connsiteX18" fmla="*/ 697418 w 831989"/>
              <a:gd name="connsiteY18" fmla="*/ 21620 h 616234"/>
              <a:gd name="connsiteX19" fmla="*/ 686682 w 831989"/>
              <a:gd name="connsiteY19" fmla="*/ 25738 h 616234"/>
              <a:gd name="connsiteX20" fmla="*/ 591085 w 831989"/>
              <a:gd name="connsiteY20" fmla="*/ 121776 h 616234"/>
              <a:gd name="connsiteX21" fmla="*/ 580643 w 831989"/>
              <a:gd name="connsiteY21" fmla="*/ 133836 h 616234"/>
              <a:gd name="connsiteX22" fmla="*/ 467691 w 831989"/>
              <a:gd name="connsiteY22" fmla="*/ 401214 h 616234"/>
              <a:gd name="connsiteX23" fmla="*/ 467691 w 831989"/>
              <a:gd name="connsiteY23" fmla="*/ 492841 h 616234"/>
              <a:gd name="connsiteX24" fmla="*/ 569465 w 831989"/>
              <a:gd name="connsiteY24" fmla="*/ 594615 h 616234"/>
              <a:gd name="connsiteX25" fmla="*/ 708302 w 831989"/>
              <a:gd name="connsiteY25" fmla="*/ 594615 h 616234"/>
              <a:gd name="connsiteX26" fmla="*/ 810076 w 831989"/>
              <a:gd name="connsiteY26" fmla="*/ 492841 h 616234"/>
              <a:gd name="connsiteX27" fmla="*/ 810076 w 831989"/>
              <a:gd name="connsiteY27" fmla="*/ 354004 h 616234"/>
              <a:gd name="connsiteX28" fmla="*/ 708302 w 831989"/>
              <a:gd name="connsiteY28" fmla="*/ 252230 h 616234"/>
              <a:gd name="connsiteX29" fmla="*/ 666828 w 831989"/>
              <a:gd name="connsiteY29" fmla="*/ 252230 h 616234"/>
              <a:gd name="connsiteX30" fmla="*/ 648884 w 831989"/>
              <a:gd name="connsiteY30" fmla="*/ 243699 h 616234"/>
              <a:gd name="connsiteX31" fmla="*/ 645649 w 831989"/>
              <a:gd name="connsiteY31" fmla="*/ 217226 h 616234"/>
              <a:gd name="connsiteX32" fmla="*/ 683741 w 831989"/>
              <a:gd name="connsiteY32" fmla="*/ 143396 h 616234"/>
              <a:gd name="connsiteX33" fmla="*/ 716685 w 831989"/>
              <a:gd name="connsiteY33" fmla="*/ 90744 h 616234"/>
              <a:gd name="connsiteX34" fmla="*/ 717568 w 831989"/>
              <a:gd name="connsiteY34" fmla="*/ 58682 h 616234"/>
              <a:gd name="connsiteX35" fmla="*/ 704919 w 831989"/>
              <a:gd name="connsiteY35" fmla="*/ 26179 h 616234"/>
              <a:gd name="connsiteX36" fmla="*/ 697418 w 831989"/>
              <a:gd name="connsiteY36" fmla="*/ 21620 h 616234"/>
              <a:gd name="connsiteX37" fmla="*/ 262230 w 831989"/>
              <a:gd name="connsiteY37" fmla="*/ 616235 h 616234"/>
              <a:gd name="connsiteX38" fmla="*/ 123394 w 831989"/>
              <a:gd name="connsiteY38" fmla="*/ 616235 h 616234"/>
              <a:gd name="connsiteX39" fmla="*/ 0 w 831989"/>
              <a:gd name="connsiteY39" fmla="*/ 492841 h 616234"/>
              <a:gd name="connsiteX40" fmla="*/ 0 w 831989"/>
              <a:gd name="connsiteY40" fmla="*/ 401214 h 616234"/>
              <a:gd name="connsiteX41" fmla="*/ 118394 w 831989"/>
              <a:gd name="connsiteY41" fmla="*/ 119570 h 616234"/>
              <a:gd name="connsiteX42" fmla="*/ 128689 w 831989"/>
              <a:gd name="connsiteY42" fmla="*/ 107804 h 616234"/>
              <a:gd name="connsiteX43" fmla="*/ 226786 w 831989"/>
              <a:gd name="connsiteY43" fmla="*/ 9266 h 616234"/>
              <a:gd name="connsiteX44" fmla="*/ 251494 w 831989"/>
              <a:gd name="connsiteY44" fmla="*/ 0 h 616234"/>
              <a:gd name="connsiteX45" fmla="*/ 278114 w 831989"/>
              <a:gd name="connsiteY45" fmla="*/ 16178 h 616234"/>
              <a:gd name="connsiteX46" fmla="*/ 292527 w 831989"/>
              <a:gd name="connsiteY46" fmla="*/ 53387 h 616234"/>
              <a:gd name="connsiteX47" fmla="*/ 289145 w 831989"/>
              <a:gd name="connsiteY47" fmla="*/ 101921 h 616234"/>
              <a:gd name="connsiteX48" fmla="*/ 255907 w 831989"/>
              <a:gd name="connsiteY48" fmla="*/ 155014 h 616234"/>
              <a:gd name="connsiteX49" fmla="*/ 220462 w 831989"/>
              <a:gd name="connsiteY49" fmla="*/ 223256 h 616234"/>
              <a:gd name="connsiteX50" fmla="*/ 220315 w 831989"/>
              <a:gd name="connsiteY50" fmla="*/ 230757 h 616234"/>
              <a:gd name="connsiteX51" fmla="*/ 262378 w 831989"/>
              <a:gd name="connsiteY51" fmla="*/ 230610 h 616234"/>
              <a:gd name="connsiteX52" fmla="*/ 385771 w 831989"/>
              <a:gd name="connsiteY52" fmla="*/ 354004 h 616234"/>
              <a:gd name="connsiteX53" fmla="*/ 385771 w 831989"/>
              <a:gd name="connsiteY53" fmla="*/ 492841 h 616234"/>
              <a:gd name="connsiteX54" fmla="*/ 262230 w 831989"/>
              <a:gd name="connsiteY54" fmla="*/ 616235 h 616234"/>
              <a:gd name="connsiteX55" fmla="*/ 251347 w 831989"/>
              <a:gd name="connsiteY55" fmla="*/ 21620 h 616234"/>
              <a:gd name="connsiteX56" fmla="*/ 240611 w 831989"/>
              <a:gd name="connsiteY56" fmla="*/ 25738 h 616234"/>
              <a:gd name="connsiteX57" fmla="*/ 144867 w 831989"/>
              <a:gd name="connsiteY57" fmla="*/ 121923 h 616234"/>
              <a:gd name="connsiteX58" fmla="*/ 134572 w 831989"/>
              <a:gd name="connsiteY58" fmla="*/ 133836 h 616234"/>
              <a:gd name="connsiteX59" fmla="*/ 21620 w 831989"/>
              <a:gd name="connsiteY59" fmla="*/ 401214 h 616234"/>
              <a:gd name="connsiteX60" fmla="*/ 21620 w 831989"/>
              <a:gd name="connsiteY60" fmla="*/ 492841 h 616234"/>
              <a:gd name="connsiteX61" fmla="*/ 123394 w 831989"/>
              <a:gd name="connsiteY61" fmla="*/ 594615 h 616234"/>
              <a:gd name="connsiteX62" fmla="*/ 262230 w 831989"/>
              <a:gd name="connsiteY62" fmla="*/ 594615 h 616234"/>
              <a:gd name="connsiteX63" fmla="*/ 364005 w 831989"/>
              <a:gd name="connsiteY63" fmla="*/ 492841 h 616234"/>
              <a:gd name="connsiteX64" fmla="*/ 364005 w 831989"/>
              <a:gd name="connsiteY64" fmla="*/ 354004 h 616234"/>
              <a:gd name="connsiteX65" fmla="*/ 262230 w 831989"/>
              <a:gd name="connsiteY65" fmla="*/ 252230 h 616234"/>
              <a:gd name="connsiteX66" fmla="*/ 220903 w 831989"/>
              <a:gd name="connsiteY66" fmla="*/ 252230 h 616234"/>
              <a:gd name="connsiteX67" fmla="*/ 203107 w 831989"/>
              <a:gd name="connsiteY67" fmla="*/ 243699 h 616234"/>
              <a:gd name="connsiteX68" fmla="*/ 199724 w 831989"/>
              <a:gd name="connsiteY68" fmla="*/ 217226 h 616234"/>
              <a:gd name="connsiteX69" fmla="*/ 237816 w 831989"/>
              <a:gd name="connsiteY69" fmla="*/ 143396 h 616234"/>
              <a:gd name="connsiteX70" fmla="*/ 270761 w 831989"/>
              <a:gd name="connsiteY70" fmla="*/ 90744 h 616234"/>
              <a:gd name="connsiteX71" fmla="*/ 271643 w 831989"/>
              <a:gd name="connsiteY71" fmla="*/ 58682 h 616234"/>
              <a:gd name="connsiteX72" fmla="*/ 258995 w 831989"/>
              <a:gd name="connsiteY72" fmla="*/ 26179 h 616234"/>
              <a:gd name="connsiteX73" fmla="*/ 251347 w 831989"/>
              <a:gd name="connsiteY73" fmla="*/ 21620 h 616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</a:cxnLst>
            <a:rect l="l" t="t" r="r" b="b"/>
            <a:pathLst>
              <a:path w="831989" h="616234">
                <a:moveTo>
                  <a:pt x="708302" y="616235"/>
                </a:moveTo>
                <a:lnTo>
                  <a:pt x="569465" y="616235"/>
                </a:lnTo>
                <a:cubicBezTo>
                  <a:pt x="501518" y="616235"/>
                  <a:pt x="446071" y="560935"/>
                  <a:pt x="446071" y="492841"/>
                </a:cubicBezTo>
                <a:lnTo>
                  <a:pt x="446071" y="401214"/>
                </a:lnTo>
                <a:cubicBezTo>
                  <a:pt x="446071" y="305470"/>
                  <a:pt x="486958" y="208108"/>
                  <a:pt x="564465" y="119570"/>
                </a:cubicBezTo>
                <a:lnTo>
                  <a:pt x="574907" y="107657"/>
                </a:lnTo>
                <a:cubicBezTo>
                  <a:pt x="597115" y="81919"/>
                  <a:pt x="624765" y="50005"/>
                  <a:pt x="673005" y="9266"/>
                </a:cubicBezTo>
                <a:cubicBezTo>
                  <a:pt x="679917" y="3383"/>
                  <a:pt x="688888" y="0"/>
                  <a:pt x="697713" y="0"/>
                </a:cubicBezTo>
                <a:cubicBezTo>
                  <a:pt x="709331" y="0"/>
                  <a:pt x="719038" y="5883"/>
                  <a:pt x="724333" y="16178"/>
                </a:cubicBezTo>
                <a:cubicBezTo>
                  <a:pt x="730804" y="28679"/>
                  <a:pt x="735657" y="41180"/>
                  <a:pt x="738746" y="53387"/>
                </a:cubicBezTo>
                <a:cubicBezTo>
                  <a:pt x="743893" y="73830"/>
                  <a:pt x="742864" y="89714"/>
                  <a:pt x="735364" y="101921"/>
                </a:cubicBezTo>
                <a:cubicBezTo>
                  <a:pt x="721833" y="124276"/>
                  <a:pt x="710949" y="141190"/>
                  <a:pt x="702125" y="155014"/>
                </a:cubicBezTo>
                <a:cubicBezTo>
                  <a:pt x="682417" y="185753"/>
                  <a:pt x="673446" y="199725"/>
                  <a:pt x="666680" y="223256"/>
                </a:cubicBezTo>
                <a:cubicBezTo>
                  <a:pt x="665504" y="227521"/>
                  <a:pt x="666092" y="230316"/>
                  <a:pt x="666533" y="230757"/>
                </a:cubicBezTo>
                <a:lnTo>
                  <a:pt x="708596" y="230610"/>
                </a:lnTo>
                <a:cubicBezTo>
                  <a:pt x="776544" y="230610"/>
                  <a:pt x="831990" y="285909"/>
                  <a:pt x="831990" y="354004"/>
                </a:cubicBezTo>
                <a:lnTo>
                  <a:pt x="831990" y="492841"/>
                </a:lnTo>
                <a:cubicBezTo>
                  <a:pt x="831549" y="560935"/>
                  <a:pt x="776249" y="616235"/>
                  <a:pt x="708302" y="616235"/>
                </a:cubicBezTo>
                <a:close/>
                <a:moveTo>
                  <a:pt x="697418" y="21620"/>
                </a:moveTo>
                <a:cubicBezTo>
                  <a:pt x="693889" y="21620"/>
                  <a:pt x="689771" y="23238"/>
                  <a:pt x="686682" y="25738"/>
                </a:cubicBezTo>
                <a:cubicBezTo>
                  <a:pt x="639766" y="65447"/>
                  <a:pt x="613881" y="95303"/>
                  <a:pt x="591085" y="121776"/>
                </a:cubicBezTo>
                <a:lnTo>
                  <a:pt x="580643" y="133836"/>
                </a:lnTo>
                <a:cubicBezTo>
                  <a:pt x="529167" y="192665"/>
                  <a:pt x="467691" y="286939"/>
                  <a:pt x="467691" y="401214"/>
                </a:cubicBezTo>
                <a:lnTo>
                  <a:pt x="467691" y="492841"/>
                </a:lnTo>
                <a:cubicBezTo>
                  <a:pt x="467691" y="549022"/>
                  <a:pt x="513284" y="594615"/>
                  <a:pt x="569465" y="594615"/>
                </a:cubicBezTo>
                <a:lnTo>
                  <a:pt x="708302" y="594615"/>
                </a:lnTo>
                <a:cubicBezTo>
                  <a:pt x="764336" y="594615"/>
                  <a:pt x="810076" y="549022"/>
                  <a:pt x="810076" y="492841"/>
                </a:cubicBezTo>
                <a:lnTo>
                  <a:pt x="810076" y="354004"/>
                </a:lnTo>
                <a:cubicBezTo>
                  <a:pt x="810076" y="297822"/>
                  <a:pt x="764484" y="252230"/>
                  <a:pt x="708302" y="252230"/>
                </a:cubicBezTo>
                <a:lnTo>
                  <a:pt x="666828" y="252230"/>
                </a:lnTo>
                <a:cubicBezTo>
                  <a:pt x="659474" y="252230"/>
                  <a:pt x="653003" y="249141"/>
                  <a:pt x="648884" y="243699"/>
                </a:cubicBezTo>
                <a:cubicBezTo>
                  <a:pt x="643884" y="236934"/>
                  <a:pt x="642561" y="227375"/>
                  <a:pt x="645649" y="217226"/>
                </a:cubicBezTo>
                <a:cubicBezTo>
                  <a:pt x="653297" y="190753"/>
                  <a:pt x="663445" y="175017"/>
                  <a:pt x="683741" y="143396"/>
                </a:cubicBezTo>
                <a:cubicBezTo>
                  <a:pt x="692565" y="129718"/>
                  <a:pt x="703301" y="112952"/>
                  <a:pt x="716685" y="90744"/>
                </a:cubicBezTo>
                <a:cubicBezTo>
                  <a:pt x="720950" y="83684"/>
                  <a:pt x="721244" y="73242"/>
                  <a:pt x="717568" y="58682"/>
                </a:cubicBezTo>
                <a:cubicBezTo>
                  <a:pt x="714921" y="48093"/>
                  <a:pt x="710655" y="37209"/>
                  <a:pt x="704919" y="26179"/>
                </a:cubicBezTo>
                <a:cubicBezTo>
                  <a:pt x="703890" y="24120"/>
                  <a:pt x="702125" y="21620"/>
                  <a:pt x="697418" y="21620"/>
                </a:cubicBezTo>
                <a:close/>
                <a:moveTo>
                  <a:pt x="262230" y="616235"/>
                </a:moveTo>
                <a:lnTo>
                  <a:pt x="123394" y="616235"/>
                </a:lnTo>
                <a:cubicBezTo>
                  <a:pt x="55446" y="616235"/>
                  <a:pt x="0" y="560935"/>
                  <a:pt x="0" y="492841"/>
                </a:cubicBezTo>
                <a:lnTo>
                  <a:pt x="0" y="401214"/>
                </a:lnTo>
                <a:cubicBezTo>
                  <a:pt x="0" y="305470"/>
                  <a:pt x="40886" y="208108"/>
                  <a:pt x="118394" y="119570"/>
                </a:cubicBezTo>
                <a:lnTo>
                  <a:pt x="128689" y="107804"/>
                </a:lnTo>
                <a:cubicBezTo>
                  <a:pt x="150896" y="82067"/>
                  <a:pt x="178546" y="50005"/>
                  <a:pt x="226786" y="9266"/>
                </a:cubicBezTo>
                <a:cubicBezTo>
                  <a:pt x="233698" y="3383"/>
                  <a:pt x="242670" y="0"/>
                  <a:pt x="251494" y="0"/>
                </a:cubicBezTo>
                <a:cubicBezTo>
                  <a:pt x="263113" y="0"/>
                  <a:pt x="272820" y="5883"/>
                  <a:pt x="278114" y="16178"/>
                </a:cubicBezTo>
                <a:cubicBezTo>
                  <a:pt x="284586" y="28679"/>
                  <a:pt x="289439" y="41180"/>
                  <a:pt x="292527" y="53387"/>
                </a:cubicBezTo>
                <a:cubicBezTo>
                  <a:pt x="297675" y="73978"/>
                  <a:pt x="296646" y="89714"/>
                  <a:pt x="289145" y="101921"/>
                </a:cubicBezTo>
                <a:cubicBezTo>
                  <a:pt x="275614" y="124276"/>
                  <a:pt x="264731" y="141190"/>
                  <a:pt x="255907" y="155014"/>
                </a:cubicBezTo>
                <a:cubicBezTo>
                  <a:pt x="236199" y="185753"/>
                  <a:pt x="227227" y="199725"/>
                  <a:pt x="220462" y="223256"/>
                </a:cubicBezTo>
                <a:cubicBezTo>
                  <a:pt x="219285" y="227521"/>
                  <a:pt x="219874" y="230316"/>
                  <a:pt x="220315" y="230757"/>
                </a:cubicBezTo>
                <a:lnTo>
                  <a:pt x="262378" y="230610"/>
                </a:lnTo>
                <a:cubicBezTo>
                  <a:pt x="330325" y="230610"/>
                  <a:pt x="385771" y="285909"/>
                  <a:pt x="385771" y="354004"/>
                </a:cubicBezTo>
                <a:lnTo>
                  <a:pt x="385771" y="492841"/>
                </a:lnTo>
                <a:cubicBezTo>
                  <a:pt x="385477" y="560935"/>
                  <a:pt x="330178" y="616235"/>
                  <a:pt x="262230" y="616235"/>
                </a:cubicBezTo>
                <a:close/>
                <a:moveTo>
                  <a:pt x="251347" y="21620"/>
                </a:moveTo>
                <a:cubicBezTo>
                  <a:pt x="247818" y="21620"/>
                  <a:pt x="243699" y="23238"/>
                  <a:pt x="240611" y="25738"/>
                </a:cubicBezTo>
                <a:cubicBezTo>
                  <a:pt x="193547" y="65447"/>
                  <a:pt x="167663" y="95450"/>
                  <a:pt x="144867" y="121923"/>
                </a:cubicBezTo>
                <a:lnTo>
                  <a:pt x="134572" y="133836"/>
                </a:lnTo>
                <a:cubicBezTo>
                  <a:pt x="82949" y="192665"/>
                  <a:pt x="21620" y="286939"/>
                  <a:pt x="21620" y="401214"/>
                </a:cubicBezTo>
                <a:lnTo>
                  <a:pt x="21620" y="492841"/>
                </a:lnTo>
                <a:cubicBezTo>
                  <a:pt x="21620" y="549022"/>
                  <a:pt x="67212" y="594615"/>
                  <a:pt x="123394" y="594615"/>
                </a:cubicBezTo>
                <a:lnTo>
                  <a:pt x="262230" y="594615"/>
                </a:lnTo>
                <a:cubicBezTo>
                  <a:pt x="318412" y="594615"/>
                  <a:pt x="364005" y="549022"/>
                  <a:pt x="364005" y="492841"/>
                </a:cubicBezTo>
                <a:lnTo>
                  <a:pt x="364005" y="354004"/>
                </a:lnTo>
                <a:cubicBezTo>
                  <a:pt x="364005" y="297822"/>
                  <a:pt x="318412" y="252230"/>
                  <a:pt x="262230" y="252230"/>
                </a:cubicBezTo>
                <a:lnTo>
                  <a:pt x="220903" y="252230"/>
                </a:lnTo>
                <a:cubicBezTo>
                  <a:pt x="213550" y="252230"/>
                  <a:pt x="207225" y="249141"/>
                  <a:pt x="203107" y="243699"/>
                </a:cubicBezTo>
                <a:cubicBezTo>
                  <a:pt x="198107" y="236934"/>
                  <a:pt x="196783" y="227375"/>
                  <a:pt x="199724" y="217226"/>
                </a:cubicBezTo>
                <a:cubicBezTo>
                  <a:pt x="207373" y="190753"/>
                  <a:pt x="217520" y="175017"/>
                  <a:pt x="237816" y="143396"/>
                </a:cubicBezTo>
                <a:cubicBezTo>
                  <a:pt x="246641" y="129718"/>
                  <a:pt x="257377" y="112952"/>
                  <a:pt x="270761" y="90744"/>
                </a:cubicBezTo>
                <a:cubicBezTo>
                  <a:pt x="275026" y="83831"/>
                  <a:pt x="275320" y="73242"/>
                  <a:pt x="271643" y="58682"/>
                </a:cubicBezTo>
                <a:cubicBezTo>
                  <a:pt x="268996" y="48093"/>
                  <a:pt x="264731" y="37209"/>
                  <a:pt x="258995" y="26179"/>
                </a:cubicBezTo>
                <a:cubicBezTo>
                  <a:pt x="257818" y="24120"/>
                  <a:pt x="256053" y="21620"/>
                  <a:pt x="251347" y="21620"/>
                </a:cubicBezTo>
                <a:close/>
              </a:path>
            </a:pathLst>
          </a:custGeom>
          <a:gradFill>
            <a:gsLst>
              <a:gs pos="0">
                <a:srgbClr val="05A9FF"/>
              </a:gs>
              <a:gs pos="100000">
                <a:schemeClr val="accent2"/>
              </a:gs>
            </a:gsLst>
            <a:lin ang="5400000" scaled="1"/>
          </a:gradFill>
          <a:ln w="147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218E0070-502D-84D4-0F23-F15D85F4C9E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77950" y="5473364"/>
            <a:ext cx="4603750" cy="228601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 sz="1200" b="1"/>
            </a:lvl1pPr>
            <a:lvl2pPr marL="173038" indent="0">
              <a:buNone/>
              <a:defRPr sz="1200"/>
            </a:lvl2pPr>
            <a:lvl3pPr marL="344487" indent="0">
              <a:buNone/>
              <a:defRPr sz="1200"/>
            </a:lvl3pPr>
            <a:lvl4pPr marL="517525" indent="0">
              <a:buNone/>
              <a:defRPr sz="1200"/>
            </a:lvl4pPr>
            <a:lvl5pPr marL="688975" indent="0">
              <a:buNone/>
              <a:defRPr sz="1200"/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B8A8D21D-BC6F-0B16-B299-1A2CE5D6C5D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77950" y="5730038"/>
            <a:ext cx="4603750" cy="228601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 sz="1200" b="0"/>
            </a:lvl1pPr>
            <a:lvl2pPr marL="173038" indent="0">
              <a:buNone/>
              <a:defRPr sz="1200"/>
            </a:lvl2pPr>
            <a:lvl3pPr marL="344487" indent="0">
              <a:buNone/>
              <a:defRPr sz="1200"/>
            </a:lvl3pPr>
            <a:lvl4pPr marL="517525" indent="0">
              <a:buNone/>
              <a:defRPr sz="1200"/>
            </a:lvl4pPr>
            <a:lvl5pPr marL="688975" indent="0">
              <a:buNone/>
              <a:defRPr sz="1200"/>
            </a:lvl5pPr>
          </a:lstStyle>
          <a:p>
            <a:pPr lvl="0"/>
            <a:r>
              <a:rPr lang="en-US"/>
              <a:t>Company</a:t>
            </a:r>
          </a:p>
        </p:txBody>
      </p:sp>
      <p:sp>
        <p:nvSpPr>
          <p:cNvPr id="27" name="Slide Number Placeholder 5">
            <a:extLst>
              <a:ext uri="{FF2B5EF4-FFF2-40B4-BE49-F238E27FC236}">
                <a16:creationId xmlns:a16="http://schemas.microsoft.com/office/drawing/2014/main" id="{A7A93AA3-98F1-754D-9873-8C34D4D76026}"/>
              </a:ext>
            </a:extLst>
          </p:cNvPr>
          <p:cNvSpPr txBox="1">
            <a:spLocks/>
          </p:cNvSpPr>
          <p:nvPr userDrawn="1"/>
        </p:nvSpPr>
        <p:spPr>
          <a:xfrm>
            <a:off x="287769" y="6292415"/>
            <a:ext cx="338861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404250C-081D-1E49-AC43-BC6715A416E0}" type="slidenum">
              <a:rPr lang="en-US" sz="600" b="1" smtClean="0">
                <a:solidFill>
                  <a:schemeClr val="tx1">
                    <a:alpha val="50000"/>
                  </a:schemeClr>
                </a:solidFill>
              </a:rPr>
              <a:pPr algn="ctr"/>
              <a:t>‹#›</a:t>
            </a:fld>
            <a:endParaRPr lang="en-US" sz="600" b="1">
              <a:solidFill>
                <a:schemeClr val="tx1">
                  <a:alpha val="50000"/>
                </a:schemeClr>
              </a:solidFill>
            </a:endParaRP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984A648-37B1-414C-EB60-1003D1BE634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3" r="13"/>
          <a:stretch/>
        </p:blipFill>
        <p:spPr>
          <a:xfrm>
            <a:off x="685801" y="685801"/>
            <a:ext cx="598067" cy="203650"/>
          </a:xfrm>
          <a:prstGeom prst="rect">
            <a:avLst/>
          </a:prstGeom>
        </p:spPr>
      </p:pic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E0EF478D-6779-36B5-030A-FFF8DBA93A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85800" y="6292415"/>
            <a:ext cx="4375150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8748932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4128">
          <p15:clr>
            <a:srgbClr val="5ACBF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: Thank you 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6" descr="A colorful waves with dots and lights&#10;&#10;Description automatically generated with medium confidence">
            <a:extLst>
              <a:ext uri="{FF2B5EF4-FFF2-40B4-BE49-F238E27FC236}">
                <a16:creationId xmlns:a16="http://schemas.microsoft.com/office/drawing/2014/main" id="{3A9E1C2A-40BA-4CB7-4E4D-D44E70517DF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EF4B6F7-93C8-E066-FD73-DABB4DFCD4D5}"/>
              </a:ext>
            </a:extLst>
          </p:cNvPr>
          <p:cNvSpPr/>
          <p:nvPr userDrawn="1"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0F794E6-72D3-1E48-BAE4-7EF0C3F966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200" y="2743200"/>
            <a:ext cx="10821600" cy="1371600"/>
          </a:xfrm>
        </p:spPr>
        <p:txBody>
          <a:bodyPr wrap="square" lIns="0" tIns="0" rIns="0" bIns="0" anchor="ctr" anchorCtr="0">
            <a:noAutofit/>
          </a:bodyPr>
          <a:lstStyle>
            <a:lvl1pPr algn="ctr">
              <a:defRPr sz="5400" b="1" cap="all" spc="60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5B7975-3B80-AC46-80B7-7596A895FBA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4000" y="4799700"/>
            <a:ext cx="10044000" cy="687600"/>
          </a:xfrm>
        </p:spPr>
        <p:txBody>
          <a:bodyPr lIns="0" tIns="0" rIns="0" bIns="0" anchor="t" anchorCtr="0"/>
          <a:lstStyle>
            <a:lvl1pPr marL="0" indent="0" algn="ctr"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endParaRPr lang="en-US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559C7C4E-F587-AC20-B404-7F5ECAA5251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3" r="26"/>
          <a:stretch/>
        </p:blipFill>
        <p:spPr>
          <a:xfrm>
            <a:off x="5638976" y="1828800"/>
            <a:ext cx="914049" cy="311285"/>
          </a:xfrm>
          <a:prstGeom prst="rect">
            <a:avLst/>
          </a:prstGeom>
        </p:spPr>
      </p:pic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5F1F226-4CA3-B80F-1A6D-530F0C0768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85800" y="6292415"/>
            <a:ext cx="4375150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30832263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552">
          <p15:clr>
            <a:srgbClr val="5ACBF0"/>
          </p15:clr>
        </p15:guide>
        <p15:guide id="2" pos="4128">
          <p15:clr>
            <a:srgbClr val="5ACBF0"/>
          </p15:clr>
        </p15:guide>
        <p15:guide id="3" orient="horz" pos="3024">
          <p15:clr>
            <a:srgbClr val="5ACBF0"/>
          </p15:clr>
        </p15:guide>
        <p15:guide id="4" orient="horz" pos="3456">
          <p15:clr>
            <a:srgbClr val="5ACBF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: Thank you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5" descr="Aerial view of a city&#10;&#10;Description automatically generated">
            <a:extLst>
              <a:ext uri="{FF2B5EF4-FFF2-40B4-BE49-F238E27FC236}">
                <a16:creationId xmlns:a16="http://schemas.microsoft.com/office/drawing/2014/main" id="{8A0CAA90-599A-1D2D-BE05-90823952978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EF4B6F7-93C8-E066-FD73-DABB4DFCD4D5}"/>
              </a:ext>
            </a:extLst>
          </p:cNvPr>
          <p:cNvSpPr/>
          <p:nvPr userDrawn="1"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2">
              <a:alpha val="50000"/>
            </a:schemeClr>
          </a:solidFill>
        </p:spPr>
        <p:txBody>
          <a:bodyPr vert="horz" lIns="0" tIns="0" rIns="0" bIns="0" rtlCol="0">
            <a:noAutofit/>
          </a:bodyPr>
          <a:lstStyle/>
          <a:p>
            <a:pPr lvl="0">
              <a:lnSpc>
                <a:spcPct val="120000"/>
              </a:lnSpc>
              <a:spcBef>
                <a:spcPts val="1200"/>
              </a:spcBef>
            </a:pPr>
            <a:endParaRPr lang="en-US" sz="600">
              <a:solidFill>
                <a:schemeClr val="tx1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0F794E6-72D3-1E48-BAE4-7EF0C3F966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200" y="2743200"/>
            <a:ext cx="10821600" cy="1371600"/>
          </a:xfrm>
        </p:spPr>
        <p:txBody>
          <a:bodyPr wrap="square" lIns="0" tIns="0" rIns="0" bIns="0" anchor="ctr" anchorCtr="0">
            <a:noAutofit/>
          </a:bodyPr>
          <a:lstStyle>
            <a:lvl1pPr algn="ctr">
              <a:defRPr sz="5400" b="1" cap="all" spc="60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5B7975-3B80-AC46-80B7-7596A895FBA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4000" y="4799700"/>
            <a:ext cx="10044000" cy="687600"/>
          </a:xfrm>
        </p:spPr>
        <p:txBody>
          <a:bodyPr lIns="0" tIns="0" rIns="0" bIns="0" anchor="t" anchorCtr="0"/>
          <a:lstStyle>
            <a:lvl1pPr marL="0" indent="0" algn="ctr"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DC34C5F-68C5-3DF5-610E-5E7B721E961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3" r="26"/>
          <a:stretch/>
        </p:blipFill>
        <p:spPr>
          <a:xfrm>
            <a:off x="5638976" y="1828800"/>
            <a:ext cx="914049" cy="311285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9D08B0B3-3072-FE5D-3588-38E1850CF5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85800" y="6292415"/>
            <a:ext cx="4375150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20955495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552">
          <p15:clr>
            <a:srgbClr val="5ACBF0"/>
          </p15:clr>
        </p15:guide>
        <p15:guide id="2" pos="4128">
          <p15:clr>
            <a:srgbClr val="5ACBF0"/>
          </p15:clr>
        </p15:guide>
        <p15:guide id="3" orient="horz" pos="3024">
          <p15:clr>
            <a:srgbClr val="5ACBF0"/>
          </p15:clr>
        </p15:guide>
        <p15:guide id="4" orient="horz" pos="3456">
          <p15:clr>
            <a:srgbClr val="5ACBF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: Thank you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9" descr="A close-up of a building&#10;&#10;Description automatically generated">
            <a:extLst>
              <a:ext uri="{FF2B5EF4-FFF2-40B4-BE49-F238E27FC236}">
                <a16:creationId xmlns:a16="http://schemas.microsoft.com/office/drawing/2014/main" id="{43F3B212-0650-D3B7-E3C9-4D9F731D3D6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EF4B6F7-93C8-E066-FD73-DABB4DFCD4D5}"/>
              </a:ext>
            </a:extLst>
          </p:cNvPr>
          <p:cNvSpPr/>
          <p:nvPr userDrawn="1"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2">
              <a:alpha val="50000"/>
            </a:schemeClr>
          </a:solidFill>
        </p:spPr>
        <p:txBody>
          <a:bodyPr vert="horz" lIns="0" tIns="0" rIns="0" bIns="0" rtlCol="0">
            <a:noAutofit/>
          </a:bodyPr>
          <a:lstStyle/>
          <a:p>
            <a:pPr lvl="0">
              <a:lnSpc>
                <a:spcPct val="120000"/>
              </a:lnSpc>
              <a:spcBef>
                <a:spcPts val="1200"/>
              </a:spcBef>
            </a:pPr>
            <a:endParaRPr lang="en-US" sz="600">
              <a:solidFill>
                <a:schemeClr val="tx1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0F794E6-72D3-1E48-BAE4-7EF0C3F966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200" y="2743200"/>
            <a:ext cx="10821600" cy="1371600"/>
          </a:xfrm>
        </p:spPr>
        <p:txBody>
          <a:bodyPr wrap="square" lIns="0" tIns="0" rIns="0" bIns="0" anchor="ctr" anchorCtr="0">
            <a:noAutofit/>
          </a:bodyPr>
          <a:lstStyle>
            <a:lvl1pPr algn="ctr">
              <a:defRPr sz="5400" b="1" cap="all" spc="60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5B7975-3B80-AC46-80B7-7596A895FBA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4000" y="4799700"/>
            <a:ext cx="10044000" cy="687600"/>
          </a:xfrm>
        </p:spPr>
        <p:txBody>
          <a:bodyPr lIns="0" tIns="0" rIns="0" bIns="0" anchor="t" anchorCtr="0"/>
          <a:lstStyle>
            <a:lvl1pPr marL="0" indent="0" algn="ctr"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6B4AF164-593F-75E8-C158-9B3D9DE84B2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3" r="26"/>
          <a:stretch/>
        </p:blipFill>
        <p:spPr>
          <a:xfrm>
            <a:off x="5638976" y="1828800"/>
            <a:ext cx="914049" cy="311285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18A3233-D767-6D2D-A746-66BC403C3B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85800" y="6292415"/>
            <a:ext cx="4375150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839027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552">
          <p15:clr>
            <a:srgbClr val="5ACBF0"/>
          </p15:clr>
        </p15:guide>
        <p15:guide id="2" pos="4128">
          <p15:clr>
            <a:srgbClr val="5ACBF0"/>
          </p15:clr>
        </p15:guide>
        <p15:guide id="3" orient="horz" pos="3024">
          <p15:clr>
            <a:srgbClr val="5ACBF0"/>
          </p15:clr>
        </p15:guide>
        <p15:guide id="4" orient="horz" pos="3456">
          <p15:clr>
            <a:srgbClr val="5ACBF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: Thank you Custom Imag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36CAA40-11C6-CDD7-7645-15E9C87E0DF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noFill/>
          <a:ln>
            <a:noFill/>
          </a:ln>
        </p:spPr>
        <p:txBody>
          <a:bodyPr>
            <a:normAutofit/>
          </a:bodyPr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picture, and send to back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0F77A8AD-0412-D679-2787-0AF77CDB5AA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0"/>
            <a:ext cx="12188952" cy="6858000"/>
          </a:xfrm>
          <a:prstGeom prst="rect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 sz="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0F794E6-72D3-1E48-BAE4-7EF0C3F966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200" y="2743200"/>
            <a:ext cx="10821600" cy="1371600"/>
          </a:xfrm>
        </p:spPr>
        <p:txBody>
          <a:bodyPr wrap="square" lIns="0" tIns="0" rIns="0" bIns="0" anchor="ctr" anchorCtr="0">
            <a:noAutofit/>
          </a:bodyPr>
          <a:lstStyle>
            <a:lvl1pPr algn="ctr">
              <a:defRPr sz="5400" b="1" cap="all" spc="60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5B7975-3B80-AC46-80B7-7596A895FBA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4000" y="4799700"/>
            <a:ext cx="10044000" cy="687600"/>
          </a:xfrm>
        </p:spPr>
        <p:txBody>
          <a:bodyPr lIns="0" tIns="0" rIns="0" bIns="0" anchor="t"/>
          <a:lstStyle>
            <a:lvl1pPr marL="0" indent="0" algn="ctr"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endParaRPr 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4E9197-0E16-9AD0-DEFE-FE624AA466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85800" y="6292415"/>
            <a:ext cx="4375150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37965297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552">
          <p15:clr>
            <a:srgbClr val="5ACBF0"/>
          </p15:clr>
        </p15:guide>
        <p15:guide id="2" pos="4128">
          <p15:clr>
            <a:srgbClr val="5ACBF0"/>
          </p15:clr>
        </p15:guide>
        <p15:guide id="3" orient="horz" pos="3024">
          <p15:clr>
            <a:srgbClr val="5ACBF0"/>
          </p15:clr>
        </p15:guide>
        <p15:guide id="4" orient="horz" pos="3456">
          <p15:clr>
            <a:srgbClr val="5ACBF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6" descr="A colorful waves with dots and lights&#10;&#10;Description automatically generated with medium confidence">
            <a:extLst>
              <a:ext uri="{FF2B5EF4-FFF2-40B4-BE49-F238E27FC236}">
                <a16:creationId xmlns:a16="http://schemas.microsoft.com/office/drawing/2014/main" id="{3A9E1C2A-40BA-4CB7-4E4D-D44E70517DF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EF4B6F7-93C8-E066-FD73-DABB4DFCD4D5}"/>
              </a:ext>
            </a:extLst>
          </p:cNvPr>
          <p:cNvSpPr/>
          <p:nvPr userDrawn="1"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5B7975-3B80-AC46-80B7-7596A895FBA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4000" y="4799700"/>
            <a:ext cx="10044000" cy="687600"/>
          </a:xfrm>
        </p:spPr>
        <p:txBody>
          <a:bodyPr lIns="0" tIns="0" rIns="0" bIns="0" anchor="t" anchorCtr="0"/>
          <a:lstStyle>
            <a:lvl1pPr marL="0" indent="0" algn="ctr"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DCB282CD-961E-454C-8129-F92950F4596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3" r="23"/>
          <a:stretch/>
        </p:blipFill>
        <p:spPr>
          <a:xfrm>
            <a:off x="4380614" y="2844814"/>
            <a:ext cx="3430540" cy="1168372"/>
          </a:xfrm>
          <a:prstGeom prst="rect">
            <a:avLst/>
          </a:prstGeom>
        </p:spPr>
      </p:pic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6C7564B-8343-2A15-963B-A69931816E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85800" y="6292415"/>
            <a:ext cx="4375150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34625869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552">
          <p15:clr>
            <a:srgbClr val="5ACBF0"/>
          </p15:clr>
        </p15:guide>
        <p15:guide id="2" pos="4128">
          <p15:clr>
            <a:srgbClr val="5ACBF0"/>
          </p15:clr>
        </p15:guide>
        <p15:guide id="3" orient="horz" pos="3024">
          <p15:clr>
            <a:srgbClr val="5ACBF0"/>
          </p15:clr>
        </p15:guide>
        <p15:guide id="4" orient="horz" pos="3456">
          <p15:clr>
            <a:srgbClr val="5ACBF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5" descr="Aerial view of a city&#10;&#10;Description automatically generated">
            <a:extLst>
              <a:ext uri="{FF2B5EF4-FFF2-40B4-BE49-F238E27FC236}">
                <a16:creationId xmlns:a16="http://schemas.microsoft.com/office/drawing/2014/main" id="{95F12428-31AD-3270-AA8E-F87D3A24F4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471" y="0"/>
            <a:ext cx="12188825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EF4B6F7-93C8-E066-FD73-DABB4DFCD4D5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5B7975-3B80-AC46-80B7-7596A895FBA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4000" y="4799700"/>
            <a:ext cx="10044000" cy="687600"/>
          </a:xfrm>
        </p:spPr>
        <p:txBody>
          <a:bodyPr lIns="0" tIns="0" rIns="0" bIns="0" anchor="t" anchorCtr="0"/>
          <a:lstStyle>
            <a:lvl1pPr marL="0" indent="0" algn="ctr"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DCB282CD-961E-454C-8129-F92950F4596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3" r="23"/>
          <a:stretch/>
        </p:blipFill>
        <p:spPr>
          <a:xfrm>
            <a:off x="4380614" y="2844814"/>
            <a:ext cx="3430540" cy="1168372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54C4CE-0175-A3A1-3E93-D8E3C38E2D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85800" y="6292415"/>
            <a:ext cx="4375150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12931485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552">
          <p15:clr>
            <a:srgbClr val="5ACBF0"/>
          </p15:clr>
        </p15:guide>
        <p15:guide id="2" pos="4128">
          <p15:clr>
            <a:srgbClr val="5ACBF0"/>
          </p15:clr>
        </p15:guide>
        <p15:guide id="3" orient="horz" pos="3024">
          <p15:clr>
            <a:srgbClr val="5ACBF0"/>
          </p15:clr>
        </p15:guide>
        <p15:guide id="4" orient="horz" pos="3456">
          <p15:clr>
            <a:srgbClr val="5ACBF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5" descr="A close up of lights&#10;&#10;Description automatically generated">
            <a:extLst>
              <a:ext uri="{FF2B5EF4-FFF2-40B4-BE49-F238E27FC236}">
                <a16:creationId xmlns:a16="http://schemas.microsoft.com/office/drawing/2014/main" id="{52DB1B37-B965-DC69-E35D-1F560063998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EF4B6F7-93C8-E066-FD73-DABB4DFCD4D5}"/>
              </a:ext>
            </a:extLst>
          </p:cNvPr>
          <p:cNvSpPr/>
          <p:nvPr userDrawn="1"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5B7975-3B80-AC46-80B7-7596A895FBA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4000" y="4799700"/>
            <a:ext cx="10044000" cy="687600"/>
          </a:xfrm>
        </p:spPr>
        <p:txBody>
          <a:bodyPr lIns="0" tIns="0" rIns="0" bIns="0" anchor="t" anchorCtr="0"/>
          <a:lstStyle>
            <a:lvl1pPr marL="0" indent="0" algn="ctr"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DCB282CD-961E-454C-8129-F92950F4596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3" r="23"/>
          <a:stretch/>
        </p:blipFill>
        <p:spPr>
          <a:xfrm>
            <a:off x="4380614" y="2844814"/>
            <a:ext cx="3430540" cy="1168372"/>
          </a:xfrm>
          <a:prstGeom prst="rect">
            <a:avLst/>
          </a:prstGeom>
        </p:spPr>
      </p:pic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8B065615-C044-2A39-D797-581FF43C82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85800" y="6292415"/>
            <a:ext cx="4375150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16792428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552">
          <p15:clr>
            <a:srgbClr val="5ACBF0"/>
          </p15:clr>
        </p15:guide>
        <p15:guide id="2" pos="4128">
          <p15:clr>
            <a:srgbClr val="5ACBF0"/>
          </p15:clr>
        </p15:guide>
        <p15:guide id="3" orient="horz" pos="3024">
          <p15:clr>
            <a:srgbClr val="5ACBF0"/>
          </p15:clr>
        </p15:guide>
        <p15:guide id="4" orient="horz" pos="3456">
          <p15:clr>
            <a:srgbClr val="5ACBF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d of Layout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1D0389B-2D1F-4848-A9BB-0548CDA2FD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0000"/>
              </a:lnSpc>
            </a:pPr>
            <a:r>
              <a:rPr lang="en-US" sz="11500" cap="all" baseline="0">
                <a:solidFill>
                  <a:srgbClr val="FFFFFF"/>
                </a:solidFill>
              </a:rPr>
              <a:t>Do not use layouts past this point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54B5B1-29BF-4C96-831D-2FFC45D4F8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67535" y="6446520"/>
            <a:ext cx="1828800" cy="13716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899430-8D29-4F77-8281-876599D10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2025 Global Healthcare Exchange, LLC. GHX proprietary information. Do not copy or distribute.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78A499-8276-4A10-9835-74A77FA46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40792" y="6446520"/>
            <a:ext cx="665408" cy="137160"/>
          </a:xfrm>
          <a:prstGeom prst="rect">
            <a:avLst/>
          </a:prstGeom>
        </p:spPr>
        <p:txBody>
          <a:bodyPr/>
          <a:lstStyle/>
          <a:p>
            <a:fld id="{B2643E34-DC33-45ED-8E33-EC0D5991E9A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27E6298-38BA-F7A9-122A-E666CEBC0EF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0000"/>
              </a:lnSpc>
            </a:pPr>
            <a:r>
              <a:rPr lang="en-US" sz="11500" cap="all" baseline="0">
                <a:solidFill>
                  <a:srgbClr val="FFFFFF"/>
                </a:solidFill>
              </a:rPr>
              <a:t>Do not use layouts past this point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A18DAD4-F04F-05F1-E435-37952E184F8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0000"/>
              </a:lnSpc>
            </a:pPr>
            <a:r>
              <a:rPr lang="en-US" sz="11500" cap="all" baseline="0">
                <a:solidFill>
                  <a:srgbClr val="FFFFFF"/>
                </a:solidFill>
              </a:rPr>
              <a:t>Do not use layouts past this point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77C1443-2B3B-CB72-D0DE-C2584E22B51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0000"/>
              </a:lnSpc>
            </a:pPr>
            <a:r>
              <a:rPr lang="en-US" sz="11500" cap="all" baseline="0">
                <a:solidFill>
                  <a:srgbClr val="FFFFFF"/>
                </a:solidFill>
              </a:rPr>
              <a:t>Do not use layouts past this point</a:t>
            </a:r>
          </a:p>
        </p:txBody>
      </p:sp>
    </p:spTree>
    <p:extLst>
      <p:ext uri="{BB962C8B-B14F-4D97-AF65-F5344CB8AC3E}">
        <p14:creationId xmlns:p14="http://schemas.microsoft.com/office/powerpoint/2010/main" val="17075612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image" Target="../media/image1.sv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9BDFA8-3817-4733-A7E6-C391835FC2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828800"/>
            <a:ext cx="10820400" cy="434339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8FBA51-83A7-418F-9111-FF640E9D1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70046"/>
            <a:ext cx="10820400" cy="103327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E8890C-677F-4C91-82E6-627D8C881C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85800" y="6292415"/>
            <a:ext cx="4375150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r>
              <a:rPr lang="en-US"/>
              <a:t>© 2026 Global Healthcare Exchange, LLC. GHX proprietary information. Do not copy or distribute.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2097997-B105-42B4-5128-F4F564B462B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5"/>
              </a:ext>
            </a:extLst>
          </a:blip>
          <a:srcRect l="19" r="19"/>
          <a:stretch/>
        </p:blipFill>
        <p:spPr>
          <a:xfrm>
            <a:off x="11204057" y="6363085"/>
            <a:ext cx="597991" cy="203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221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0" r:id="rId1"/>
    <p:sldLayoutId id="2147483801" r:id="rId2"/>
    <p:sldLayoutId id="2147483802" r:id="rId3"/>
    <p:sldLayoutId id="2147483803" r:id="rId4"/>
    <p:sldLayoutId id="2147483804" r:id="rId5"/>
    <p:sldLayoutId id="2147483805" r:id="rId6"/>
    <p:sldLayoutId id="2147483806" r:id="rId7"/>
    <p:sldLayoutId id="2147483807" r:id="rId8"/>
    <p:sldLayoutId id="2147483808" r:id="rId9"/>
    <p:sldLayoutId id="2147483809" r:id="rId10"/>
    <p:sldLayoutId id="2147483810" r:id="rId11"/>
    <p:sldLayoutId id="2147483811" r:id="rId12"/>
    <p:sldLayoutId id="2147483812" r:id="rId13"/>
    <p:sldLayoutId id="2147483813" r:id="rId14"/>
    <p:sldLayoutId id="2147483814" r:id="rId15"/>
    <p:sldLayoutId id="2147483815" r:id="rId16"/>
    <p:sldLayoutId id="2147483816" r:id="rId17"/>
    <p:sldLayoutId id="2147483817" r:id="rId18"/>
    <p:sldLayoutId id="2147483818" r:id="rId19"/>
    <p:sldLayoutId id="2147483819" r:id="rId20"/>
    <p:sldLayoutId id="2147483820" r:id="rId21"/>
    <p:sldLayoutId id="2147483821" r:id="rId22"/>
    <p:sldLayoutId id="2147483822" r:id="rId23"/>
    <p:sldLayoutId id="2147483823" r:id="rId24"/>
    <p:sldLayoutId id="2147483824" r:id="rId25"/>
    <p:sldLayoutId id="2147483825" r:id="rId26"/>
    <p:sldLayoutId id="2147483826" r:id="rId27"/>
    <p:sldLayoutId id="2147483827" r:id="rId28"/>
    <p:sldLayoutId id="2147483828" r:id="rId29"/>
    <p:sldLayoutId id="2147483829" r:id="rId30"/>
    <p:sldLayoutId id="2147483830" r:id="rId31"/>
    <p:sldLayoutId id="2147483831" r:id="rId32"/>
    <p:sldLayoutId id="2147483832" r:id="rId33"/>
    <p:sldLayoutId id="2147483833" r:id="rId34"/>
    <p:sldLayoutId id="2147483834" r:id="rId35"/>
    <p:sldLayoutId id="2147483835" r:id="rId36"/>
    <p:sldLayoutId id="2147483836" r:id="rId37"/>
    <p:sldLayoutId id="2147483837" r:id="rId38"/>
    <p:sldLayoutId id="2147483838" r:id="rId39"/>
    <p:sldLayoutId id="2147483839" r:id="rId40"/>
    <p:sldLayoutId id="2147483840" r:id="rId41"/>
    <p:sldLayoutId id="2147483841" r:id="rId42"/>
    <p:sldLayoutId id="2147483842" r:id="rId43"/>
    <p:sldLayoutId id="2147483843" r:id="rId44"/>
    <p:sldLayoutId id="2147483844" r:id="rId45"/>
    <p:sldLayoutId id="2147483845" r:id="rId46"/>
    <p:sldLayoutId id="2147483846" r:id="rId47"/>
    <p:sldLayoutId id="2147483847" r:id="rId48"/>
    <p:sldLayoutId id="2147483848" r:id="rId49"/>
    <p:sldLayoutId id="2147483849" r:id="rId50"/>
    <p:sldLayoutId id="2147483850" r:id="rId51"/>
    <p:sldLayoutId id="2147483851" r:id="rId52"/>
    <p:sldLayoutId id="2147483852" r:id="rId53"/>
    <p:sldLayoutId id="2147483853" r:id="rId54"/>
    <p:sldLayoutId id="2147483854" r:id="rId55"/>
    <p:sldLayoutId id="2147483855" r:id="rId56"/>
    <p:sldLayoutId id="2147483856" r:id="rId57"/>
    <p:sldLayoutId id="2147483857" r:id="rId58"/>
    <p:sldLayoutId id="2147483858" r:id="rId59"/>
    <p:sldLayoutId id="2147483859" r:id="rId60"/>
    <p:sldLayoutId id="2147483860" r:id="rId61"/>
    <p:sldLayoutId id="2147483861" r:id="rId62"/>
    <p:sldLayoutId id="2147483862" r:id="rId63"/>
  </p:sldLayoutIdLst>
  <p:hf sldNum="0"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 spc="-1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7013" indent="-227013" algn="l" defTabSz="914400" rtl="0" eaLnBrk="1" latinLnBrk="0" hangingPunct="1">
        <a:lnSpc>
          <a:spcPct val="120000"/>
        </a:lnSpc>
        <a:spcBef>
          <a:spcPts val="1200"/>
        </a:spcBef>
        <a:buFont typeface="Aptos" panose="020B00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60375" indent="-233363" algn="l" defTabSz="914400" rtl="0" eaLnBrk="1" latinLnBrk="0" hangingPunct="1">
        <a:lnSpc>
          <a:spcPct val="120000"/>
        </a:lnSpc>
        <a:spcBef>
          <a:spcPts val="600"/>
        </a:spcBef>
        <a:buFont typeface="Aptos" panose="020B0004020202020204" pitchFamily="34" charset="0"/>
        <a:buChar char="−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25475" indent="-165100" algn="l" defTabSz="914400" rtl="0" eaLnBrk="1" latinLnBrk="0" hangingPunct="1">
        <a:lnSpc>
          <a:spcPct val="120000"/>
        </a:lnSpc>
        <a:spcBef>
          <a:spcPts val="600"/>
        </a:spcBef>
        <a:buFont typeface="Aptos" panose="020B0004020202020204" pitchFamily="34" charset="0"/>
        <a:buChar char="−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798513" indent="-173038" algn="l" defTabSz="914400" rtl="0" eaLnBrk="1" latinLnBrk="0" hangingPunct="1">
        <a:lnSpc>
          <a:spcPct val="120000"/>
        </a:lnSpc>
        <a:spcBef>
          <a:spcPts val="600"/>
        </a:spcBef>
        <a:buFont typeface="Aptos" panose="020B0004020202020204" pitchFamily="34" charset="0"/>
        <a:buChar char="−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969963" indent="-171450" algn="l" defTabSz="914400" rtl="0" eaLnBrk="1" latinLnBrk="0" hangingPunct="1">
        <a:lnSpc>
          <a:spcPct val="120000"/>
        </a:lnSpc>
        <a:spcBef>
          <a:spcPts val="600"/>
        </a:spcBef>
        <a:buFont typeface="Aptos" panose="020B0004020202020204" pitchFamily="34" charset="0"/>
        <a:buChar char="−"/>
        <a:defRPr sz="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ptos" panose="020B00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ptos" panose="020B00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ptos" panose="020B00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ptos" panose="020B00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>
          <p15:clr>
            <a:srgbClr val="F26B43"/>
          </p15:clr>
        </p15:guide>
        <p15:guide id="2" pos="7680">
          <p15:clr>
            <a:srgbClr val="F26B43"/>
          </p15:clr>
        </p15:guide>
        <p15:guide id="3" pos="432">
          <p15:clr>
            <a:srgbClr val="F26B43"/>
          </p15:clr>
        </p15:guide>
        <p15:guide id="4" pos="868">
          <p15:clr>
            <a:srgbClr val="F26B43"/>
          </p15:clr>
        </p15:guide>
        <p15:guide id="5" pos="1012">
          <p15:clr>
            <a:srgbClr val="F26B43"/>
          </p15:clr>
        </p15:guide>
        <p15:guide id="6" pos="1448">
          <p15:clr>
            <a:srgbClr val="F26B43"/>
          </p15:clr>
        </p15:guide>
        <p15:guide id="7" pos="1592">
          <p15:clr>
            <a:srgbClr val="F26B43"/>
          </p15:clr>
        </p15:guide>
        <p15:guide id="8" pos="2028">
          <p15:clr>
            <a:srgbClr val="F26B43"/>
          </p15:clr>
        </p15:guide>
        <p15:guide id="9" pos="2172">
          <p15:clr>
            <a:srgbClr val="F26B43"/>
          </p15:clr>
        </p15:guide>
        <p15:guide id="10" pos="2608">
          <p15:clr>
            <a:srgbClr val="F26B43"/>
          </p15:clr>
        </p15:guide>
        <p15:guide id="11" pos="2752">
          <p15:clr>
            <a:srgbClr val="F26B43"/>
          </p15:clr>
        </p15:guide>
        <p15:guide id="12" pos="3188">
          <p15:clr>
            <a:srgbClr val="F26B43"/>
          </p15:clr>
        </p15:guide>
        <p15:guide id="13" pos="3332">
          <p15:clr>
            <a:srgbClr val="F26B43"/>
          </p15:clr>
        </p15:guide>
        <p15:guide id="14" pos="3768">
          <p15:clr>
            <a:srgbClr val="F26B43"/>
          </p15:clr>
        </p15:guide>
        <p15:guide id="15" pos="3912">
          <p15:clr>
            <a:srgbClr val="F26B43"/>
          </p15:clr>
        </p15:guide>
        <p15:guide id="16" pos="4348">
          <p15:clr>
            <a:srgbClr val="F26B43"/>
          </p15:clr>
        </p15:guide>
        <p15:guide id="17" pos="4492">
          <p15:clr>
            <a:srgbClr val="F26B43"/>
          </p15:clr>
        </p15:guide>
        <p15:guide id="18" pos="4928">
          <p15:clr>
            <a:srgbClr val="F26B43"/>
          </p15:clr>
        </p15:guide>
        <p15:guide id="19" pos="5072">
          <p15:clr>
            <a:srgbClr val="F26B43"/>
          </p15:clr>
        </p15:guide>
        <p15:guide id="20" pos="5508">
          <p15:clr>
            <a:srgbClr val="F26B43"/>
          </p15:clr>
        </p15:guide>
        <p15:guide id="21" pos="5652">
          <p15:clr>
            <a:srgbClr val="F26B43"/>
          </p15:clr>
        </p15:guide>
        <p15:guide id="22" pos="6088">
          <p15:clr>
            <a:srgbClr val="F26B43"/>
          </p15:clr>
        </p15:guide>
        <p15:guide id="23" pos="6232">
          <p15:clr>
            <a:srgbClr val="F26B43"/>
          </p15:clr>
        </p15:guide>
        <p15:guide id="24" pos="6668">
          <p15:clr>
            <a:srgbClr val="F26B43"/>
          </p15:clr>
        </p15:guide>
        <p15:guide id="25" pos="6812">
          <p15:clr>
            <a:srgbClr val="F26B43"/>
          </p15:clr>
        </p15:guide>
        <p15:guide id="26" pos="7248">
          <p15:clr>
            <a:srgbClr val="F26B43"/>
          </p15:clr>
        </p15:guide>
        <p15:guide id="27" orient="horz">
          <p15:clr>
            <a:srgbClr val="F26B43"/>
          </p15:clr>
        </p15:guide>
        <p15:guide id="28" orient="horz" pos="4320">
          <p15:clr>
            <a:srgbClr val="F26B43"/>
          </p15:clr>
        </p15:guide>
        <p15:guide id="29" orient="horz" pos="432">
          <p15:clr>
            <a:srgbClr val="F26B43"/>
          </p15:clr>
        </p15:guide>
        <p15:guide id="30" orient="horz" pos="1008">
          <p15:clr>
            <a:srgbClr val="F26B43"/>
          </p15:clr>
        </p15:guide>
        <p15:guide id="31" orient="horz" pos="1152">
          <p15:clr>
            <a:srgbClr val="F26B43"/>
          </p15:clr>
        </p15:guide>
        <p15:guide id="32" orient="horz" pos="1728">
          <p15:clr>
            <a:srgbClr val="F26B43"/>
          </p15:clr>
        </p15:guide>
        <p15:guide id="33" orient="horz" pos="1872">
          <p15:clr>
            <a:srgbClr val="F26B43"/>
          </p15:clr>
        </p15:guide>
        <p15:guide id="34" orient="horz" pos="2448">
          <p15:clr>
            <a:srgbClr val="F26B43"/>
          </p15:clr>
        </p15:guide>
        <p15:guide id="35" orient="horz" pos="2592">
          <p15:clr>
            <a:srgbClr val="F26B43"/>
          </p15:clr>
        </p15:guide>
        <p15:guide id="36" orient="horz" pos="3168">
          <p15:clr>
            <a:srgbClr val="F26B43"/>
          </p15:clr>
        </p15:guide>
        <p15:guide id="37" orient="horz" pos="3312">
          <p15:clr>
            <a:srgbClr val="F26B43"/>
          </p15:clr>
        </p15:guide>
        <p15:guide id="38" orient="horz" pos="38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1DA04E1A-8727-6F8F-1FB6-D0C58E54E3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Exchange Resiliency Report</a:t>
            </a:r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76B27ED8-4B0F-51AA-9C6D-44092BBCDDB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Exchange Resiliency Report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FD0741-1695-CB1F-53F8-53211D1EAF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 2026 Global Healthcare Exchange, LLC. GHX proprietary information. Do not copy or distribute.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200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>
                <a:solidFill>
                  <a:srgbClr val="FFFFFF"/>
                </a:solidFill>
              </a:defRPr>
            </a:pPr>
            <a:r>
              <a:t>Promised vs. Completed Work Analysis</a:t>
            </a:r>
          </a:p>
          <a:p>
            <a:r>
              <a:t>June 26, 2026</a:t>
            </a:r>
          </a:p>
        </p:txBody>
      </p:sp>
    </p:spTree>
    <p:extLst>
      <p:ext uri="{BB962C8B-B14F-4D97-AF65-F5344CB8AC3E}">
        <p14:creationId xmlns:p14="http://schemas.microsoft.com/office/powerpoint/2010/main" val="9713633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652EFF1-9714-A9F3-9B5C-0091B9C2219A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t>Executive Summary — Key findings and progress overview</a:t>
            </a:r>
          </a:p>
          <a:p>
            <a:r>
              <a:t>Status Summary — Progress across 5 resiliency dimensions</a:t>
            </a:r>
          </a:p>
          <a:p>
            <a:r>
              <a:t>Completion Rates — Visual comparison by dimension</a:t>
            </a:r>
          </a:p>
          <a:p>
            <a:r>
              <a:t>Detailed Progress — All 5 dimensions reviewed</a:t>
            </a:r>
          </a:p>
          <a:p>
            <a:r>
              <a:t>Impact &amp; Insights — Quantifiable improvements delivered</a:t>
            </a:r>
          </a:p>
          <a:p>
            <a:r>
              <a:t>Strategic Implications — What the June incident tells us</a:t>
            </a:r>
          </a:p>
          <a:p>
            <a:r>
              <a:t>Path Forward — Immediate and short-term actions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DF3A86F4-D7E1-4DBA-A9E4-E9B68C009A6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86F1847-BF8F-72A8-C28B-D219D2C5F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F76B95-0767-DD1B-7FC1-0A7300CBE37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2959973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3ED073D-4F71-2BF3-C2A2-C30A0F171CB1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t>Status Legend:</a:t>
            </a:r>
          </a:p>
          <a:p>
            <a:pPr lvl="1"/>
            <a:r>
              <a:t>✅ Completed — Work is done and deployed</a:t>
            </a:r>
          </a:p>
          <a:p>
            <a:pPr lvl="1"/>
            <a:r>
              <a:t>🔄 In Progress — Work actively underway or partially complete</a:t>
            </a:r>
          </a:p>
          <a:p>
            <a:pPr lvl="1"/>
            <a:r>
              <a:t>❓ Unknown — Status unclear from documentation</a:t>
            </a:r>
          </a:p>
          <a:p>
            <a:endParaRPr/>
          </a:p>
          <a:p>
            <a:r>
              <a:t>Key Findings:</a:t>
            </a:r>
          </a:p>
          <a:p>
            <a:pPr lvl="1"/>
            <a:r>
              <a:t>43% of promised work completed (23 of 54 items)</a:t>
            </a:r>
          </a:p>
          <a:p>
            <a:pPr lvl="1"/>
            <a:r>
              <a:t>30% actively in progress (16 items)</a:t>
            </a:r>
          </a:p>
          <a:p>
            <a:pPr lvl="1"/>
            <a:r>
              <a:t>27% status unclear (15 items)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3F3AB17A-74D3-1303-93CC-1F69C9CC50C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F126B53-AA1B-1270-D3FE-26E81E70A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31ADC7-8770-84E0-ABF3-2274EF6629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5982827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0D15A-9D4E-88B9-0271-552F7AE2E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19C0CF7-EA42-1061-6C7D-BCFEB9EB9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Overall Progress Across All Groups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AE1DFE-8352-0D6F-3402-EF70A7F6256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alpha val="50000"/>
                  </a:prstClr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© 2026 Global Healthcare Exchange, LLC. GHX proprietary information. Do not copy or distribute.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2011680"/>
          <a:ext cx="1024128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22514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Group</a:t>
                      </a:r>
                    </a:p>
                  </a:txBody>
                  <a:tcPr>
                    <a:solidFill>
                      <a:srgbClr val="00147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✅ Completed</a:t>
                      </a:r>
                    </a:p>
                  </a:txBody>
                  <a:tcPr>
                    <a:solidFill>
                      <a:srgbClr val="00147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🔄 In Progress</a:t>
                      </a:r>
                    </a:p>
                  </a:txBody>
                  <a:tcPr>
                    <a:solidFill>
                      <a:srgbClr val="00147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❓ Unknown</a:t>
                      </a:r>
                    </a:p>
                  </a:txBody>
                  <a:tcPr>
                    <a:solidFill>
                      <a:srgbClr val="00147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Items</a:t>
                      </a:r>
                    </a:p>
                  </a:txBody>
                  <a:tcPr>
                    <a:solidFill>
                      <a:srgbClr val="0014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C3C48"/>
                          </a:solidFill>
                        </a:defRPr>
                      </a:pPr>
                      <a:r>
                        <a:t>Database &amp; Data 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C3C48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C3C48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C3C48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C3C48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C3C48"/>
                          </a:solidFill>
                        </a:defRPr>
                      </a:pPr>
                      <a:r>
                        <a:t>Architectural Decoupling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C3C48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C3C48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C3C48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C3C48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C3C48"/>
                          </a:solidFill>
                        </a:defRPr>
                      </a:pPr>
                      <a:r>
                        <a:t>Infrastructure &amp; Resilience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C3C48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C3C48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C3C48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C3C48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C3C48"/>
                          </a:solidFill>
                        </a:defRPr>
                      </a:pPr>
                      <a:r>
                        <a:t>Observability &amp; Operations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C3C48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C3C48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C3C48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C3C48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C3C48"/>
                          </a:solidFill>
                        </a:defRPr>
                      </a:pPr>
                      <a:r>
                        <a:t>Process, Governance &amp; 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C3C48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C3C48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C3C48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C3C48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2516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1473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1473"/>
                          </a:solidFill>
                        </a:defRPr>
                      </a:pPr>
                      <a:r>
                        <a:t>23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1473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1473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1473"/>
                          </a:solidFill>
                        </a:defRPr>
                      </a:pPr>
                      <a:r>
                        <a:t>54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63904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3E4BC649-ABD8-0D80-0711-77EF2677C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Completion Rate by Dimension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867DE8A-97DF-8629-E535-AF7A540E32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2975AFD0-AA40-4836-4DEF-249CB7F522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725A0F9-5BB0-6E2F-DFD3-348DAA5BDAB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© 2026 Global Healthcare Exchange, LLC. GHX proprietary information. Do not copy or distribute.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828800"/>
            <a:ext cx="3657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>
                <a:solidFill>
                  <a:srgbClr val="001473"/>
                </a:solidFill>
              </a:defRPr>
            </a:pPr>
            <a:r>
              <a:t>Observability &amp; Operations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1828800"/>
            <a:ext cx="5943600" cy="502920"/>
          </a:xfrm>
          <a:prstGeom prst="rect">
            <a:avLst/>
          </a:prstGeom>
          <a:solidFill>
            <a:srgbClr val="DCDCE6"/>
          </a:solidFill>
          <a:ln w="12700">
            <a:solidFill>
              <a:srgbClr val="002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0" y="1828800"/>
            <a:ext cx="4457700" cy="502920"/>
          </a:xfrm>
          <a:prstGeom prst="rect">
            <a:avLst/>
          </a:prstGeom>
          <a:solidFill>
            <a:srgbClr val="00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63440" y="1828800"/>
            <a:ext cx="42748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001473"/>
                </a:solidFill>
              </a:defRPr>
            </a:pPr>
            <a:r>
              <a:t>75%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0" y="1828800"/>
            <a:ext cx="1371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200">
                <a:solidFill>
                  <a:srgbClr val="001473"/>
                </a:solidFill>
              </a:defRPr>
            </a:pPr>
            <a:r>
              <a:t>6 of 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560320"/>
            <a:ext cx="3657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>
                <a:solidFill>
                  <a:srgbClr val="001473"/>
                </a:solidFill>
              </a:defRPr>
            </a:pPr>
            <a:r>
              <a:t>Process, Governance &amp; Security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0" y="2560320"/>
            <a:ext cx="5943600" cy="502920"/>
          </a:xfrm>
          <a:prstGeom prst="rect">
            <a:avLst/>
          </a:prstGeom>
          <a:solidFill>
            <a:srgbClr val="DCDCE6"/>
          </a:solidFill>
          <a:ln w="12700">
            <a:solidFill>
              <a:srgbClr val="002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72000" y="2560320"/>
            <a:ext cx="2971800" cy="5029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63440" y="2560320"/>
            <a:ext cx="2788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001473"/>
                </a:solidFill>
              </a:defRPr>
            </a:pPr>
            <a:r>
              <a:t>50%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2560320"/>
            <a:ext cx="1371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200">
                <a:solidFill>
                  <a:srgbClr val="001473"/>
                </a:solidFill>
              </a:defRPr>
            </a:pPr>
            <a:r>
              <a:t>5 of 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291840"/>
            <a:ext cx="3657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>
                <a:solidFill>
                  <a:srgbClr val="001473"/>
                </a:solidFill>
              </a:defRPr>
            </a:pPr>
            <a:r>
              <a:t>Database &amp; Data Layer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0" y="3291840"/>
            <a:ext cx="5943600" cy="502920"/>
          </a:xfrm>
          <a:prstGeom prst="rect">
            <a:avLst/>
          </a:prstGeom>
          <a:solidFill>
            <a:srgbClr val="DCDCE6"/>
          </a:solidFill>
          <a:ln w="12700">
            <a:solidFill>
              <a:srgbClr val="002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72000" y="3291840"/>
            <a:ext cx="2496312" cy="5029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63440" y="3291840"/>
            <a:ext cx="2313432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001473"/>
                </a:solidFill>
              </a:defRPr>
            </a:pPr>
            <a:r>
              <a:t>42%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0" y="3291840"/>
            <a:ext cx="1371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200">
                <a:solidFill>
                  <a:srgbClr val="001473"/>
                </a:solidFill>
              </a:defRPr>
            </a:pPr>
            <a:r>
              <a:t>5 of 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023360"/>
            <a:ext cx="3657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>
                <a:solidFill>
                  <a:srgbClr val="001473"/>
                </a:solidFill>
              </a:defRPr>
            </a:pPr>
            <a:r>
              <a:t>Infrastructure &amp; Resilience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0" y="4023360"/>
            <a:ext cx="5943600" cy="502920"/>
          </a:xfrm>
          <a:prstGeom prst="rect">
            <a:avLst/>
          </a:prstGeom>
          <a:solidFill>
            <a:srgbClr val="DCDCE6"/>
          </a:solidFill>
          <a:ln w="12700">
            <a:solidFill>
              <a:srgbClr val="002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572000" y="4023360"/>
            <a:ext cx="2139696" cy="502920"/>
          </a:xfrm>
          <a:prstGeom prst="rect">
            <a:avLst/>
          </a:prstGeom>
          <a:solidFill>
            <a:srgbClr val="FF5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663440" y="4023360"/>
            <a:ext cx="1956816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001473"/>
                </a:solidFill>
              </a:defRPr>
            </a:pPr>
            <a:r>
              <a:t>36%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98480" y="4023360"/>
            <a:ext cx="1371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200">
                <a:solidFill>
                  <a:srgbClr val="001473"/>
                </a:solidFill>
              </a:defRPr>
            </a:pPr>
            <a:r>
              <a:t>4 of 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4754880"/>
            <a:ext cx="3657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>
                <a:solidFill>
                  <a:srgbClr val="001473"/>
                </a:solidFill>
              </a:defRPr>
            </a:pPr>
            <a:r>
              <a:t>Architectural Decoupling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0" y="4754880"/>
            <a:ext cx="5943600" cy="502920"/>
          </a:xfrm>
          <a:prstGeom prst="rect">
            <a:avLst/>
          </a:prstGeom>
          <a:solidFill>
            <a:srgbClr val="DCDCE6"/>
          </a:solidFill>
          <a:ln w="12700">
            <a:solidFill>
              <a:srgbClr val="002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572000" y="4754880"/>
            <a:ext cx="1367028" cy="502920"/>
          </a:xfrm>
          <a:prstGeom prst="rect">
            <a:avLst/>
          </a:prstGeom>
          <a:solidFill>
            <a:srgbClr val="FFD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663440" y="4754880"/>
            <a:ext cx="136702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001473"/>
                </a:solidFill>
              </a:defRPr>
            </a:pPr>
            <a:r>
              <a:t>23%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98480" y="4754880"/>
            <a:ext cx="1371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200">
                <a:solidFill>
                  <a:srgbClr val="001473"/>
                </a:solidFill>
              </a:defRPr>
            </a:pPr>
            <a:r>
              <a:t>3 of 13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57607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i="1">
                <a:solidFill>
                  <a:srgbClr val="0026E3"/>
                </a:solidFill>
              </a:defRPr>
            </a:pPr>
            <a:r>
              <a:t>Key Insight: Observability infrastructure is mature and comprehensive, while architectural decoupling shows expected lower completion given the complexity and scope of monolith transformation.</a:t>
            </a:r>
          </a:p>
        </p:txBody>
      </p:sp>
    </p:spTree>
    <p:extLst>
      <p:ext uri="{BB962C8B-B14F-4D97-AF65-F5344CB8AC3E}">
        <p14:creationId xmlns:p14="http://schemas.microsoft.com/office/powerpoint/2010/main" val="42522184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ED5311D-8043-F2DF-3E22-C741BB483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Detailed Progress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4CFDD170-BF25-EA08-CDC5-8D06CA0D80A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8D9442-84CA-03D9-A724-74823DE25BE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32746324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B2DE162-B769-F34C-CF96-B523316FE9BB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>
              <a:defRPr sz="1600" b="1"/>
            </a:pPr>
            <a:r>
              <a:t>What We Promised</a:t>
            </a:r>
            <a:endParaRPr lang="en-US"/>
          </a:p>
          <a:p>
            <a:pPr lvl="1">
              <a:defRPr sz="1200"/>
            </a:pPr>
            <a:r>
              <a:t>✅ Audit DB optimization</a:t>
            </a:r>
          </a:p>
          <a:p>
            <a:pPr lvl="1">
              <a:defRPr sz="1200"/>
            </a:pPr>
            <a:r>
              <a:t>🔄 MongoDB to Atlas migration</a:t>
            </a:r>
          </a:p>
          <a:p>
            <a:pPr lvl="1">
              <a:defRPr sz="1200"/>
            </a:pPr>
            <a:r>
              <a:t>🔄 Elasticsearch to Elastic Cloud</a:t>
            </a:r>
          </a:p>
          <a:p>
            <a:pPr lvl="1">
              <a:defRPr sz="1200"/>
            </a:pPr>
            <a:r>
              <a:t>✅ TPM database optimization</a:t>
            </a:r>
          </a:p>
          <a:p>
            <a:pPr lvl="1">
              <a:defRPr sz="1200"/>
            </a:pPr>
            <a:r>
              <a:t>✅ Database syncing &amp; cleanup</a:t>
            </a:r>
          </a:p>
          <a:p>
            <a:pPr lvl="1">
              <a:defRPr sz="1200"/>
            </a:pPr>
            <a:r>
              <a:t>🔄 IBR data migration</a:t>
            </a:r>
          </a:p>
          <a:p>
            <a:pPr lvl="1">
              <a:defRPr sz="1200"/>
            </a:pPr>
            <a:r>
              <a:t>🔄 Replace direct DB calls with APIs</a:t>
            </a:r>
          </a:p>
          <a:p>
            <a:pPr lvl="1">
              <a:defRPr sz="1200"/>
            </a:pPr>
            <a:r>
              <a:t>❓ ES depressurization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530B725-E094-A64A-E586-325484F8DE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defRPr sz="1600" b="1"/>
            </a:pPr>
            <a:r>
              <a:t>What We Completed</a:t>
            </a:r>
            <a:endParaRPr lang="en-US"/>
          </a:p>
          <a:p>
            <a:pPr lvl="1">
              <a:defRPr sz="1200"/>
            </a:pPr>
            <a:r>
              <a:t>IBR User Data Separation (40% of TPM footprint)</a:t>
            </a:r>
          </a:p>
          <a:p>
            <a:pPr lvl="1">
              <a:defRPr sz="1200"/>
            </a:pPr>
            <a:r>
              <a:t>BR User Data Cache (80% DB read reduction)</a:t>
            </a:r>
          </a:p>
          <a:p>
            <a:pPr lvl="1">
              <a:defRPr sz="1200"/>
            </a:pPr>
            <a:r>
              <a:t>TPM to Aurora migration (multi-region sync)</a:t>
            </a:r>
          </a:p>
          <a:p>
            <a:pPr lvl="1">
              <a:defRPr sz="1200"/>
            </a:pPr>
            <a:r>
              <a:t>Semijoin optimization restored</a:t>
            </a:r>
          </a:p>
          <a:p>
            <a:pPr lvl="1">
              <a:defRPr sz="1200"/>
            </a:pPr>
            <a:r>
              <a:t>MEX query optimization</a:t>
            </a:r>
          </a:p>
          <a:p>
            <a:pPr lvl="1">
              <a:defRPr sz="1200"/>
            </a:pPr>
            <a:r>
              <a:t>D Semaphore moved to Redis</a:t>
            </a:r>
          </a:p>
          <a:p>
            <a:pPr lvl="1">
              <a:defRPr sz="1200"/>
            </a:pPr>
            <a:r>
              <a:t>Data retention improvements</a:t>
            </a:r>
          </a:p>
          <a:p>
            <a:pPr lvl="1">
              <a:defRPr sz="1200"/>
            </a:pPr>
            <a:r>
              <a:t>30min → 5min bulk load time (Org Search in ES)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8D55EE0-0C6C-387A-4FFC-BAA577F8A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&amp; Data Layer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52E8D7-F956-28C2-7C18-7FC2430E521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40442553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87F5515-AFC8-92A5-0CE2-B63BAAD3746B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>
              <a:defRPr sz="1600" b="1"/>
            </a:pPr>
            <a:r>
              <a:t>What We Promised</a:t>
            </a:r>
            <a:endParaRPr lang="en-US"/>
          </a:p>
          <a:p>
            <a:pPr lvl="1">
              <a:defRPr sz="1200"/>
            </a:pPr>
            <a:r>
              <a:rPr lang="en-US"/>
              <a:t>✅ SSO Decoupling</a:t>
            </a:r>
          </a:p>
          <a:p>
            <a:pPr lvl="1">
              <a:defRPr sz="1200"/>
            </a:pPr>
            <a:r>
              <a:rPr lang="en-US"/>
              <a:t>🔄 User Data Decouple</a:t>
            </a:r>
          </a:p>
          <a:p>
            <a:pPr lvl="1">
              <a:defRPr sz="1200"/>
            </a:pPr>
            <a:r>
              <a:rPr lang="en-US"/>
              <a:t>✅ Tracking Engine Decouple</a:t>
            </a:r>
          </a:p>
          <a:p>
            <a:pPr lvl="1">
              <a:defRPr sz="1200"/>
            </a:pPr>
            <a:r>
              <a:rPr lang="en-US"/>
              <a:t>🔄 IBR Decoupling</a:t>
            </a:r>
          </a:p>
          <a:p>
            <a:pPr lvl="1">
              <a:defRPr sz="1200"/>
            </a:pPr>
            <a:r>
              <a:rPr lang="en-US"/>
              <a:t>🔄 Document Processing Phase 2</a:t>
            </a:r>
          </a:p>
          <a:p>
            <a:pPr lvl="1">
              <a:defRPr sz="1200"/>
            </a:pPr>
            <a:r>
              <a:rPr lang="en-US"/>
              <a:t>❓ Hash Map Load Balancing</a:t>
            </a:r>
          </a:p>
          <a:p>
            <a:pPr lvl="1">
              <a:defRPr sz="1200"/>
            </a:pPr>
            <a:r>
              <a:rPr lang="en-US"/>
              <a:t>❓ Dead Listener Refactor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6313BFB-470C-4AE1-3CEC-D03EFE4081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defRPr sz="1600" b="1"/>
            </a:pPr>
            <a:r>
              <a:t>What We Completed</a:t>
            </a:r>
            <a:endParaRPr lang="en-US"/>
          </a:p>
          <a:p>
            <a:pPr lvl="1">
              <a:defRPr sz="1200"/>
            </a:pPr>
            <a:r>
              <a:rPr lang="en-US"/>
              <a:t>SSO: 52 tables migrated from TPM DB</a:t>
            </a:r>
          </a:p>
          <a:p>
            <a:pPr lvl="1">
              <a:defRPr sz="1200"/>
            </a:pPr>
            <a:r>
              <a:rPr lang="en-US"/>
              <a:t>SSO: AuditDB separation complete</a:t>
            </a:r>
          </a:p>
          <a:p>
            <a:pPr lvl="1">
              <a:defRPr sz="1200"/>
            </a:pPr>
            <a:r>
              <a:rPr lang="en-US"/>
              <a:t>4 UIs decoupled from monolithic repo</a:t>
            </a:r>
          </a:p>
          <a:p>
            <a:pPr lvl="1">
              <a:defRPr sz="1200"/>
            </a:pPr>
            <a:r>
              <a:rPr lang="en-US"/>
              <a:t>Tracking &amp; Notifications engines separated</a:t>
            </a:r>
          </a:p>
          <a:p>
            <a:pPr lvl="1">
              <a:defRPr sz="1200"/>
            </a:pPr>
            <a:r>
              <a:rPr lang="en-US"/>
              <a:t>Dedicated API Gateway for Org API</a:t>
            </a:r>
          </a:p>
          <a:p>
            <a:pPr lvl="1">
              <a:defRPr sz="1200"/>
            </a:pPr>
            <a:r>
              <a:rPr lang="en-US"/>
              <a:t>RC 2.0 monolith decoupling underway</a:t>
            </a:r>
          </a:p>
          <a:p>
            <a:pPr lvl="1">
              <a:defRPr sz="1200"/>
            </a:pPr>
            <a:r>
              <a:rPr lang="en-US"/>
              <a:t>AdapterAPI Part 2 completed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89B6C264-04A0-7943-920E-E4E29BBBF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Architectural Decoupling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073318-EBE8-DFF8-662C-8C885741EB1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2147062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2DF84D9-DF31-0232-7554-D4B4F2D14839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>
              <a:defRPr sz="1600" b="1"/>
            </a:pPr>
            <a:r>
              <a:t>What We Promised</a:t>
            </a:r>
            <a:endParaRPr lang="en-US"/>
          </a:p>
          <a:p>
            <a:pPr lvl="1">
              <a:defRPr sz="1200"/>
            </a:pPr>
            <a:r>
              <a:t>🔄 Disaster Recovery</a:t>
            </a:r>
          </a:p>
          <a:p>
            <a:pPr lvl="1">
              <a:defRPr sz="1200"/>
            </a:pPr>
            <a:r>
              <a:t>✅ Industry Continuity Solution (ICS)</a:t>
            </a:r>
          </a:p>
          <a:p>
            <a:pPr lvl="1">
              <a:defRPr sz="1200"/>
            </a:pPr>
            <a:r>
              <a:t>✅ Performance Environment</a:t>
            </a:r>
          </a:p>
          <a:p>
            <a:pPr lvl="1">
              <a:defRPr sz="1200"/>
            </a:pPr>
            <a:r>
              <a:t>✅ Performance Testing capability</a:t>
            </a:r>
          </a:p>
          <a:p>
            <a:pPr lvl="1">
              <a:defRPr sz="1200"/>
            </a:pPr>
            <a:r>
              <a:t>🔄 Managed Database Services</a:t>
            </a:r>
          </a:p>
          <a:p>
            <a:pPr lvl="1">
              <a:defRPr sz="1200"/>
            </a:pPr>
            <a:r>
              <a:t>✅ Processing Engine enhancements</a:t>
            </a:r>
          </a:p>
          <a:p>
            <a:pPr lvl="1">
              <a:defRPr sz="1200"/>
            </a:pPr>
            <a:r>
              <a:t>✅ IO Guarantee improvements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65C00BC-9B75-1266-DBBF-67E6E96BA85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defRPr sz="1600" b="1"/>
            </a:pPr>
            <a:r>
              <a:t>What We Completed</a:t>
            </a:r>
            <a:endParaRPr lang="en-US"/>
          </a:p>
          <a:p>
            <a:pPr lvl="1">
              <a:defRPr sz="1200"/>
            </a:pPr>
            <a:r>
              <a:t>Performance environment operational</a:t>
            </a:r>
          </a:p>
          <a:p>
            <a:pPr lvl="1">
              <a:defRPr sz="1200"/>
            </a:pPr>
            <a:r>
              <a:t>EventBus resiliency improvements</a:t>
            </a:r>
          </a:p>
          <a:p>
            <a:pPr lvl="1">
              <a:defRPr sz="1200"/>
            </a:pPr>
            <a:r>
              <a:t>Industry Continuity Solution deployed</a:t>
            </a:r>
          </a:p>
          <a:p>
            <a:pPr lvl="1">
              <a:defRPr sz="1200"/>
            </a:pPr>
            <a:r>
              <a:t>Tracking resiliency Phases 1 &amp; 2</a:t>
            </a:r>
          </a:p>
          <a:p>
            <a:pPr lvl="1">
              <a:defRPr sz="1200"/>
            </a:pPr>
            <a:r>
              <a:t>IO Guarantee SQS backup</a:t>
            </a:r>
          </a:p>
          <a:p>
            <a:pPr lvl="1">
              <a:defRPr sz="1200"/>
            </a:pPr>
            <a:r>
              <a:t>Processing Engine threadpool tuning</a:t>
            </a:r>
          </a:p>
          <a:p>
            <a:pPr lvl="1">
              <a:defRPr sz="1200"/>
            </a:pPr>
            <a:r>
              <a:t>Java Flight Recorder for diagnostics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46E2DDB2-9781-06EB-C31D-ADAF56883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Infrastructure &amp; Resilience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C11522-F523-F601-D5DB-802E9585A4A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30241311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88C99AF-B820-CD96-AEB1-2A1699598EF2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>
              <a:defRPr sz="1600" b="1"/>
            </a:pPr>
            <a:r>
              <a:t>What We Promised</a:t>
            </a:r>
            <a:endParaRPr lang="en-US"/>
          </a:p>
          <a:p>
            <a:pPr lvl="1">
              <a:defRPr sz="1200"/>
            </a:pPr>
            <a:r>
              <a:t>✅ Alerting and Monitoring improvements</a:t>
            </a:r>
          </a:p>
          <a:p>
            <a:pPr lvl="1">
              <a:defRPr sz="1200"/>
            </a:pPr>
            <a:r>
              <a:t>✅ Fix gaps in monitoring</a:t>
            </a:r>
          </a:p>
          <a:p>
            <a:pPr lvl="1">
              <a:defRPr sz="1200"/>
            </a:pPr>
            <a:r>
              <a:t>✅ Visibility improvements</a:t>
            </a:r>
          </a:p>
          <a:p>
            <a:pPr lvl="1">
              <a:defRPr sz="1200"/>
            </a:pPr>
            <a:r>
              <a:t>✅ Performance Testing framework</a:t>
            </a:r>
          </a:p>
          <a:p>
            <a:pPr lvl="1">
              <a:defRPr sz="1200"/>
            </a:pPr>
            <a:r>
              <a:t>✅ Incident Management processes</a:t>
            </a:r>
          </a:p>
          <a:p>
            <a:pPr lvl="1">
              <a:defRPr sz="1200"/>
            </a:pPr>
            <a:r>
              <a:t>✅ Feature Flagging capability</a:t>
            </a:r>
          </a:p>
          <a:p>
            <a:pPr lvl="1">
              <a:defRPr sz="1200"/>
            </a:pPr>
            <a:r>
              <a:t>✅ Canary Program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188CF50-C720-AD9F-4FE2-E222A5CF00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defRPr sz="1600" b="1"/>
            </a:pPr>
            <a:r>
              <a:t>What We Completed</a:t>
            </a:r>
            <a:endParaRPr lang="en-US"/>
          </a:p>
          <a:p>
            <a:pPr lvl="1">
              <a:defRPr sz="1200"/>
            </a:pPr>
            <a:r>
              <a:t>Heartbeat: CoreX Business Intelligence</a:t>
            </a:r>
          </a:p>
          <a:p>
            <a:pPr lvl="1">
              <a:defRPr sz="1200"/>
            </a:pPr>
            <a:r>
              <a:t>Heartbeat: Configuration Cache (reduced DynamoDB reads)</a:t>
            </a:r>
          </a:p>
          <a:p>
            <a:pPr lvl="1">
              <a:defRPr sz="1200"/>
            </a:pPr>
            <a:r>
              <a:t>Org API validation pipeline (2 minutes vs days)</a:t>
            </a:r>
          </a:p>
          <a:p>
            <a:pPr lvl="1">
              <a:defRPr sz="1200"/>
            </a:pPr>
            <a:r>
              <a:t>Canary Program deployed (document prediction)</a:t>
            </a:r>
          </a:p>
          <a:p>
            <a:pPr lvl="1">
              <a:defRPr sz="1200"/>
            </a:pPr>
            <a:r>
              <a:t>CoreX BI Dashboard operational</a:t>
            </a:r>
          </a:p>
          <a:p>
            <a:pPr lvl="1">
              <a:defRPr sz="1200"/>
            </a:pPr>
            <a:r>
              <a:t>Feature Flagging enabled for safe rollouts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7E8D866E-8800-797C-97E7-3C5F3097F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Observability &amp; Operations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90B64C-06BE-30E3-8174-C0988AC1825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22480645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CD63321-EF42-B444-C35B-B79CFFE5BB3B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>
              <a:defRPr sz="1600" b="1"/>
            </a:pPr>
            <a:r>
              <a:t>What We Promised</a:t>
            </a:r>
            <a:endParaRPr lang="en-US"/>
          </a:p>
          <a:p>
            <a:pPr lvl="1">
              <a:defRPr sz="1200"/>
            </a:pPr>
            <a:r>
              <a:t>✅ Release rigor and change management</a:t>
            </a:r>
          </a:p>
          <a:p>
            <a:pPr lvl="1">
              <a:defRPr sz="1200"/>
            </a:pPr>
            <a:r>
              <a:t>🔄 All vulnerabilities addressed within SLA</a:t>
            </a:r>
          </a:p>
          <a:p>
            <a:pPr lvl="1">
              <a:defRPr sz="1200"/>
            </a:pPr>
            <a:r>
              <a:t>🔄 Eliminate EOL technologies</a:t>
            </a:r>
          </a:p>
          <a:p>
            <a:pPr lvl="1">
              <a:defRPr sz="1200"/>
            </a:pPr>
            <a:r>
              <a:t>✅ Human Error Mitigation</a:t>
            </a:r>
          </a:p>
          <a:p>
            <a:pPr lvl="1">
              <a:defRPr sz="1200"/>
            </a:pPr>
            <a:r>
              <a:t>✅ Customer empathy training</a:t>
            </a:r>
          </a:p>
          <a:p>
            <a:pPr lvl="1">
              <a:defRPr sz="1200"/>
            </a:pPr>
            <a:r>
              <a:t>✅ Canary program communications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70B017C-DC19-E41A-61ED-38777EB451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defRPr sz="1600" b="1"/>
            </a:pPr>
            <a:r>
              <a:t>What We Completed</a:t>
            </a:r>
            <a:endParaRPr lang="en-US"/>
          </a:p>
          <a:p>
            <a:pPr lvl="1">
              <a:defRPr sz="1200"/>
            </a:pPr>
            <a:r>
              <a:t>Mongo 8.X support, EOL libs upgraded</a:t>
            </a:r>
          </a:p>
          <a:p>
            <a:pPr lvl="1">
              <a:defRPr sz="1200"/>
            </a:pPr>
            <a:r>
              <a:t>SAML protocol added to GHX SSO</a:t>
            </a:r>
          </a:p>
          <a:p>
            <a:pPr lvl="1">
              <a:defRPr sz="1200"/>
            </a:pPr>
            <a:r>
              <a:t>Liquibase execution moved to dedicated bamboo step</a:t>
            </a:r>
          </a:p>
          <a:p>
            <a:pPr lvl="1">
              <a:defRPr sz="1200"/>
            </a:pPr>
            <a:r>
              <a:t>Multi-person go-live audit implemented</a:t>
            </a:r>
          </a:p>
          <a:p>
            <a:pPr lvl="1">
              <a:defRPr sz="1200"/>
            </a:pPr>
            <a:r>
              <a:t>CoreX permission audit completed</a:t>
            </a:r>
          </a:p>
          <a:p>
            <a:pPr lvl="1">
              <a:defRPr sz="1200"/>
            </a:pPr>
            <a:r>
              <a:t>Customer empathy training rolled out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FBCA4D2B-3273-830C-AC12-01846933B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Process, Governance &amp; Security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8020F9-C21C-39B0-729A-8341544D20B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36842054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D259850-2A2D-154C-5077-673CF326627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09F570EF-FC50-BCF1-F724-90F4B5F63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 &amp; Insights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E39270-D2D2-95C2-6C0A-6AF4E1022D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30025506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E6951-545B-6E1C-C9F1-3C457692B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Metrics &amp; Impact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1225C6-565E-D10D-FB7F-1891AAACEB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3200400" cy="1645920"/>
          </a:xfrm>
          <a:prstGeom prst="roundRect">
            <a:avLst/>
          </a:prstGeom>
          <a:solidFill>
            <a:srgbClr val="00F3E7"/>
          </a:solidFill>
          <a:ln w="25400">
            <a:solidFill>
              <a:srgbClr val="0014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3200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1473"/>
                </a:solidFill>
              </a:defRPr>
            </a:pPr>
            <a:r>
              <a:t>80%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001473"/>
                </a:solidFill>
              </a:defRPr>
            </a:pPr>
            <a:r>
              <a:t>Reduction in</a:t>
            </a:r>
          </a:p>
          <a:p>
            <a:r>
              <a:t>TPM DB Reads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828800"/>
            <a:ext cx="3200400" cy="1645920"/>
          </a:xfrm>
          <a:prstGeom prst="roundRect">
            <a:avLst/>
          </a:prstGeom>
          <a:solidFill>
            <a:srgbClr val="00D2FF"/>
          </a:solidFill>
          <a:ln w="25400">
            <a:solidFill>
              <a:srgbClr val="0014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0" y="2011680"/>
            <a:ext cx="3200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1473"/>
                </a:solidFill>
              </a:defRPr>
            </a:pPr>
            <a:r>
              <a:t>83%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74320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001473"/>
                </a:solidFill>
              </a:defRPr>
            </a:pPr>
            <a:r>
              <a:t>Bulk Load</a:t>
            </a:r>
          </a:p>
          <a:p>
            <a:r>
              <a:t>Time Saved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1828800"/>
            <a:ext cx="3200400" cy="1645920"/>
          </a:xfrm>
          <a:prstGeom prst="roundRect">
            <a:avLst/>
          </a:prstGeom>
          <a:solidFill>
            <a:srgbClr val="FF5E1A"/>
          </a:solidFill>
          <a:ln w="25400">
            <a:solidFill>
              <a:srgbClr val="0014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63840" y="2011680"/>
            <a:ext cx="3200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1473"/>
                </a:solidFill>
              </a:defRPr>
            </a:pPr>
            <a:r>
              <a:t>99%+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274320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001473"/>
                </a:solidFill>
              </a:defRPr>
            </a:pPr>
            <a:r>
              <a:t>Validation</a:t>
            </a:r>
          </a:p>
          <a:p>
            <a:r>
              <a:t>Time Saved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9319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1473"/>
                </a:solidFill>
              </a:defRPr>
            </a:pPr>
            <a:r>
              <a:t>Architectural Progress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38912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1473"/>
                </a:solidFill>
              </a:defRPr>
            </a:pPr>
            <a:r>
              <a:t>• 52 tables migrated from TPM to dedicated SSO DB</a:t>
            </a:r>
          </a:p>
          <a:p>
            <a:pPr>
              <a:defRPr sz="1400">
                <a:solidFill>
                  <a:srgbClr val="001473"/>
                </a:solidFill>
              </a:defRPr>
            </a:pPr>
            <a:r>
              <a:t>• 4 tables migrated to dedicated BR DB (~40% of TPM footprint)</a:t>
            </a:r>
          </a:p>
          <a:p>
            <a:pPr>
              <a:defRPr sz="1400">
                <a:solidFill>
                  <a:srgbClr val="001473"/>
                </a:solidFill>
              </a:defRPr>
            </a:pPr>
            <a:r>
              <a:t>• 4 UIs fully decoupled from monolithic ALL repo</a:t>
            </a:r>
          </a:p>
          <a:p>
            <a:pPr>
              <a:defRPr sz="1400">
                <a:solidFill>
                  <a:srgbClr val="001473"/>
                </a:solidFill>
              </a:defRPr>
            </a:pPr>
            <a:r>
              <a:t>• Multi-region data synchronization enabled (Aurora)</a:t>
            </a:r>
          </a:p>
        </p:txBody>
      </p:sp>
    </p:spTree>
    <p:extLst>
      <p:ext uri="{BB962C8B-B14F-4D97-AF65-F5344CB8AC3E}">
        <p14:creationId xmlns:p14="http://schemas.microsoft.com/office/powerpoint/2010/main" val="42082898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D9CA1A5-49BC-5F3E-DBD5-4934C8FA8F92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t>June 22-24 Incident Validates Strategy:</a:t>
            </a:r>
          </a:p>
          <a:p>
            <a:pPr lvl="1"/>
            <a:r>
              <a:t>Monolithic coupling caused 6 simultaneous issues</a:t>
            </a:r>
          </a:p>
          <a:p>
            <a:pPr lvl="1"/>
            <a:r>
              <a:t>Deployment pipeline fragility prevented rapid fixes</a:t>
            </a:r>
          </a:p>
          <a:p>
            <a:pPr lvl="1"/>
            <a:r>
              <a:t>Every root cause addressed by autonomous teams + continued decoupling</a:t>
            </a:r>
          </a:p>
          <a:p>
            <a:r>
              <a:t>Infrastructure Foundation Ready:</a:t>
            </a:r>
          </a:p>
          <a:p>
            <a:pPr lvl="1"/>
            <a:r>
              <a:t>Performance environment, monitoring, and incident management processes are mature</a:t>
            </a:r>
          </a:p>
          <a:p>
            <a:pPr lvl="1"/>
            <a:r>
              <a:t>This foundation supports the next phase of architectural transformation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CDCD74F-68E9-8E05-EB89-9C1B58331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Implications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AD1F44-E723-0EEC-6418-04FF130E4F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26351361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D170476-C2A2-41B1-4B23-8B037944B16C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36A6AD1-B450-FE7F-100A-62DB8C9CB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Path Forward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2F0534-2483-FB73-6097-4CF77B8DC3A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32747011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3B2EF-B683-196B-A0F1-79E137DF1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97AD617-D38F-CCA4-EB55-CD12A995408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292415"/>
            <a:ext cx="4375150" cy="274320"/>
          </a:xfrm>
        </p:spPr>
        <p:txBody>
          <a:bodyPr anchor="b">
            <a:normAutofit/>
          </a:bodyPr>
          <a:lstStyle/>
          <a:p>
            <a:pPr marL="0" marR="0" lvl="0" indent="0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</a:rPr>
              <a:t>© 2026 Global Healthcare Exchange, LLC. GHX proprietary information. Do not copy or distribute.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6C79F8E-FF52-3341-1EF7-E81ACFD65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1473"/>
                </a:solidFill>
              </a:defRPr>
            </a:pPr>
            <a:r>
              <a:t>Immediate (This Week):</a:t>
            </a:r>
          </a:p>
          <a:p>
            <a:pPr lvl="1">
              <a:defRPr sz="1400">
                <a:solidFill>
                  <a:srgbClr val="3C3C48"/>
                </a:solidFill>
              </a:defRPr>
            </a:pPr>
            <a:r>
              <a:t>Present findings to leadership</a:t>
            </a:r>
          </a:p>
          <a:p>
            <a:endParaRPr/>
          </a:p>
          <a:p>
            <a:pPr>
              <a:defRPr sz="1600" b="1">
                <a:solidFill>
                  <a:srgbClr val="001473"/>
                </a:solidFill>
              </a:defRPr>
            </a:pPr>
            <a:r>
              <a:t>Short-Term (Next 2 Weeks):</a:t>
            </a:r>
          </a:p>
          <a:p>
            <a:pPr lvl="1">
              <a:defRPr sz="1400">
                <a:solidFill>
                  <a:srgbClr val="3C3C48"/>
                </a:solidFill>
              </a:defRPr>
            </a:pPr>
            <a:r>
              <a:t>Review with directors to confirm status of 15 'Unknown' items</a:t>
            </a:r>
          </a:p>
          <a:p>
            <a:pPr lvl="1">
              <a:defRPr sz="1400">
                <a:solidFill>
                  <a:srgbClr val="3C3C48"/>
                </a:solidFill>
              </a:defRPr>
            </a:pPr>
            <a:r>
              <a:t>Validate brainstormed list items and gather missing metrics</a:t>
            </a:r>
          </a:p>
          <a:p>
            <a:pPr lvl="1">
              <a:defRPr sz="1400">
                <a:solidFill>
                  <a:srgbClr val="3C3C48"/>
                </a:solidFill>
              </a:defRPr>
            </a:pPr>
            <a:r>
              <a:t>Fill remaining gaps (Red Mythos status, audit results, training outcomes)</a:t>
            </a:r>
          </a:p>
          <a:p>
            <a:endParaRPr/>
          </a:p>
          <a:p>
            <a:pPr>
              <a:defRPr sz="1600" b="1">
                <a:solidFill>
                  <a:srgbClr val="001473"/>
                </a:solidFill>
              </a:defRPr>
            </a:pPr>
            <a:r>
              <a:t>Medium-Term (Q3 2026):</a:t>
            </a:r>
          </a:p>
          <a:p>
            <a:pPr lvl="1">
              <a:defRPr sz="1400">
                <a:solidFill>
                  <a:srgbClr val="3C3C48"/>
                </a:solidFill>
              </a:defRPr>
            </a:pPr>
            <a:r>
              <a:t>Establish baseline metrics for transformation success criteria</a:t>
            </a:r>
          </a:p>
          <a:p>
            <a:pPr lvl="1">
              <a:defRPr sz="1400">
                <a:solidFill>
                  <a:srgbClr val="3C3C48"/>
                </a:solidFill>
              </a:defRPr>
            </a:pPr>
            <a:r>
              <a:t>Document ongoing migrations with completion timelines</a:t>
            </a:r>
          </a:p>
        </p:txBody>
      </p:sp>
    </p:spTree>
    <p:extLst>
      <p:ext uri="{BB962C8B-B14F-4D97-AF65-F5344CB8AC3E}">
        <p14:creationId xmlns:p14="http://schemas.microsoft.com/office/powerpoint/2010/main" val="37295690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039803D-1521-D7EC-B909-7E30C1EBD0D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Marten Engblom</a:t>
            </a:r>
          </a:p>
          <a:p>
            <a:r>
              <a:t>mengblom@ghx.com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3C8316-4F4E-646B-D74D-38212B81FB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1226439565"/>
      </p:ext>
    </p:extLst>
  </p:cSld>
  <p:clrMapOvr>
    <a:masterClrMapping/>
  </p:clrMapOvr>
</p:sld>
</file>

<file path=ppt/theme/theme1.xml><?xml version="1.0" encoding="utf-8"?>
<a:theme xmlns:a="http://schemas.openxmlformats.org/drawingml/2006/main" name="1_GHX | 2025">
  <a:themeElements>
    <a:clrScheme name="GJX 02">
      <a:dk1>
        <a:sysClr val="windowText" lastClr="000000"/>
      </a:dk1>
      <a:lt1>
        <a:sysClr val="window" lastClr="FFFFFF"/>
      </a:lt1>
      <a:dk2>
        <a:srgbClr val="091431"/>
      </a:dk2>
      <a:lt2>
        <a:srgbClr val="EBEBEB"/>
      </a:lt2>
      <a:accent1>
        <a:srgbClr val="001473"/>
      </a:accent1>
      <a:accent2>
        <a:srgbClr val="0026E3"/>
      </a:accent2>
      <a:accent3>
        <a:srgbClr val="00D2FF"/>
      </a:accent3>
      <a:accent4>
        <a:srgbClr val="FF5E1A"/>
      </a:accent4>
      <a:accent5>
        <a:srgbClr val="FFDF00"/>
      </a:accent5>
      <a:accent6>
        <a:srgbClr val="C100FF"/>
      </a:accent6>
      <a:hlink>
        <a:srgbClr val="000000"/>
      </a:hlink>
      <a:folHlink>
        <a:srgbClr val="000000"/>
      </a:folHlink>
    </a:clrScheme>
    <a:fontScheme name="Aptos-Aptos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 sz="1600" b="1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 cap="flat">
          <a:solidFill>
            <a:schemeClr val="tx1">
              <a:alpha val="20000"/>
            </a:schemeClr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lnSpc>
            <a:spcPct val="120000"/>
          </a:lnSpc>
          <a:spcBef>
            <a:spcPts val="1200"/>
          </a:spcBef>
          <a:defRPr sz="1600" dirty="0"/>
        </a:defPPr>
      </a:lstStyle>
    </a:txDef>
  </a:objectDefaults>
  <a:extraClrSchemeLst/>
  <a:custClrLst>
    <a:custClr name="Spark">
      <a:srgbClr val="FF0000"/>
    </a:custClr>
    <a:custClr name="Seafoam">
      <a:srgbClr val="00F3E7"/>
    </a:custClr>
    <a:custClr name="Graphite">
      <a:srgbClr val="3C3C4B"/>
    </a:custClr>
  </a:custClrLst>
  <a:extLst>
    <a:ext uri="{05A4C25C-085E-4340-85A3-A5531E510DB2}">
      <thm15:themeFamily xmlns:thm15="http://schemas.microsoft.com/office/thememl/2012/main" name="Office Theme" id="{7E6A0DE6-823B-4752-949B-4FC0438A5EB0}" vid="{316C03D4-55BA-49F3-9163-B795B285A11C}"/>
    </a:ext>
  </a:extLst>
</a:theme>
</file>

<file path=ppt/theme/theme2.xml><?xml version="1.0" encoding="utf-8"?>
<a:theme xmlns:a="http://schemas.openxmlformats.org/drawingml/2006/main" name="Office Theme">
  <a:themeElements>
    <a:clrScheme name="GHX 01">
      <a:dk1>
        <a:sysClr val="windowText" lastClr="000000"/>
      </a:dk1>
      <a:lt1>
        <a:sysClr val="window" lastClr="FFFFFF"/>
      </a:lt1>
      <a:dk2>
        <a:srgbClr val="091431"/>
      </a:dk2>
      <a:lt2>
        <a:srgbClr val="EBEBEB"/>
      </a:lt2>
      <a:accent1>
        <a:srgbClr val="001473"/>
      </a:accent1>
      <a:accent2>
        <a:srgbClr val="0026E3"/>
      </a:accent2>
      <a:accent3>
        <a:srgbClr val="00D2FF"/>
      </a:accent3>
      <a:accent4>
        <a:srgbClr val="FF5E1A"/>
      </a:accent4>
      <a:accent5>
        <a:srgbClr val="FFDF00"/>
      </a:accent5>
      <a:accent6>
        <a:srgbClr val="C200FF"/>
      </a:accent6>
      <a:hlink>
        <a:srgbClr val="000000"/>
      </a:hlink>
      <a:folHlink>
        <a:srgbClr val="000000"/>
      </a:folHlink>
    </a:clrScheme>
    <a:fontScheme name="Aptos-Aptos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GHX 01">
      <a:dk1>
        <a:sysClr val="windowText" lastClr="000000"/>
      </a:dk1>
      <a:lt1>
        <a:sysClr val="window" lastClr="FFFFFF"/>
      </a:lt1>
      <a:dk2>
        <a:srgbClr val="091431"/>
      </a:dk2>
      <a:lt2>
        <a:srgbClr val="EBEBEB"/>
      </a:lt2>
      <a:accent1>
        <a:srgbClr val="001473"/>
      </a:accent1>
      <a:accent2>
        <a:srgbClr val="0026E3"/>
      </a:accent2>
      <a:accent3>
        <a:srgbClr val="00D2FF"/>
      </a:accent3>
      <a:accent4>
        <a:srgbClr val="FF5E1A"/>
      </a:accent4>
      <a:accent5>
        <a:srgbClr val="FFDF00"/>
      </a:accent5>
      <a:accent6>
        <a:srgbClr val="C200FF"/>
      </a:accent6>
      <a:hlink>
        <a:srgbClr val="000000"/>
      </a:hlink>
      <a:folHlink>
        <a:srgbClr val="000000"/>
      </a:folHlink>
    </a:clrScheme>
    <a:fontScheme name="Aptos-Aptos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84</TotalTime>
  <Words>1148</Words>
  <Application>Microsoft Macintosh PowerPoint</Application>
  <PresentationFormat>Widescreen</PresentationFormat>
  <Paragraphs>215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9" baseType="lpstr">
      <vt:lpstr>Aptos</vt:lpstr>
      <vt:lpstr>1_GHX | 2025</vt:lpstr>
      <vt:lpstr>Exchange Resiliency Report</vt:lpstr>
      <vt:lpstr>Agenda</vt:lpstr>
      <vt:lpstr>Executive Summary</vt:lpstr>
      <vt:lpstr>Overall Progress Across All Groups</vt:lpstr>
      <vt:lpstr>Completion Rate by Dimension</vt:lpstr>
      <vt:lpstr>Detailed Progress</vt:lpstr>
      <vt:lpstr>Database &amp; Data Layer</vt:lpstr>
      <vt:lpstr>Architectural Decoupling</vt:lpstr>
      <vt:lpstr>Infrastructure &amp; Resilience</vt:lpstr>
      <vt:lpstr>Observability &amp; Operations</vt:lpstr>
      <vt:lpstr>Process, Governance &amp; Security</vt:lpstr>
      <vt:lpstr>Impact &amp; Insights</vt:lpstr>
      <vt:lpstr>Key Metrics &amp; Impact</vt:lpstr>
      <vt:lpstr>Strategic Implications</vt:lpstr>
      <vt:lpstr>Path Forward</vt:lpstr>
      <vt:lpstr>Next Steps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SlideRabbit</dc:creator>
  <cp:lastModifiedBy>Marten Engblom</cp:lastModifiedBy>
  <cp:revision>23</cp:revision>
  <dcterms:created xsi:type="dcterms:W3CDTF">2024-11-13T19:16:15Z</dcterms:created>
  <dcterms:modified xsi:type="dcterms:W3CDTF">2026-06-26T18:34:34Z</dcterms:modified>
</cp:coreProperties>
</file>