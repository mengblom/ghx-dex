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46587" y="2963763"/>
            <a:ext cx="19267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Risks and Mitigations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298377"/>
          <a:ext cx="8166199" cy="3502223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</a:tblGrid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MongoDB to Atlas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Minimal Risk at this point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mitigation needed at this point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Disaster Recovery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Unknown Unknowns, Outside dependencies on Exchange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Discovery work started, lower env dry runs, targeting Oct vs Dec for buffer, engaging teams outside Exchange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 Mythos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 coupling → high complexity → big bang approach, large version jumps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Sequestered team on dedicated branch/env, heavy AI use for remediation and testing, all hands plan for merging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Autonomous Teams / Break Monolith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Impact from Atlas, DR, Red Mythos; Hiring (esp. India); High coupling; Unknown unknowns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Fast-tracking DR and Red Mythos, India comp flexibility, giving teams flexibility on reaching independent deployments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COMMON RISK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Competing priorities &amp; interference on same monolithic codebase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Laser focus Q3-Q4 (see next slide)</a:t>
                      </a:r>
                      <a:endParaRPr lang="en-US" sz="9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 Q4 Technical Laser Focus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901" y="1926431"/>
            <a:ext cx="7254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25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direction to teams for Q3 and Q4: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15901" y="2462957"/>
            <a:ext cx="7112198" cy="211588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63526" y="2462957"/>
            <a:ext cx="0" cy="2115889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601" y="2780407"/>
            <a:ext cx="65096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Technical Capacity - Three Buckets Only: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601" y="3301008"/>
            <a:ext cx="6382048" cy="96038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Mythos (Vulnerabilities &amp; EOL Technologies)</a:t>
            </a:r>
            <a:endParaRPr lang="en-US" sz="1400" dirty="0"/>
          </a:p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400" dirty="0"/>
          </a:p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/ Breaking the Monolith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 Modernization Update - New Slides</dc:title>
  <dc:subject>PptxGenJS Presentation</dc:subject>
  <dc:creator>Marten Engblom</dc:creator>
  <cp:lastModifiedBy>Marten Engblom</cp:lastModifiedBy>
  <cp:revision>1</cp:revision>
  <dcterms:created xsi:type="dcterms:W3CDTF">2026-05-22T19:16:17Z</dcterms:created>
  <dcterms:modified xsi:type="dcterms:W3CDTF">2026-05-22T19:16:17Z</dcterms:modified>
</cp:coreProperties>
</file>